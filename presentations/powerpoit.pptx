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13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Layouts/slideLayout16.xml" ContentType="application/vnd.openxmlformats-officedocument.presentationml.slideLayout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6" d="100"/>
          <a:sy n="76" d="100"/>
        </p:scale>
        <p:origin x="126" y="57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 /><Relationship Id="rId23" Type="http://schemas.openxmlformats.org/officeDocument/2006/relationships/tableStyles" Target="tableStyles.xml" /><Relationship Id="rId2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993038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5316963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43744851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6665591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75038327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9864530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98791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39466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11932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42D45C-031D-8665-3863-63D49E16A8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5441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19948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016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9D1FF8-41D6-94B2-491B-3D719FCF31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4595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00585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8968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1BE7B4-EE61-BAD3-0C4D-D36AE3E417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55498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1815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254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4735CC-3E81-FEB8-F133-02D1407818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65991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25268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3705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5346BB-CD6C-98E6-E137-1BC4FC9D0F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96711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1825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4031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CAC3D3-7E43-D54D-B524-A23086C4BB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02879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1109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1081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63ACA7-6C11-236F-BBD4-A943A57A26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8859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7766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8669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A143DC2-8D3B-60E6-EC97-86A5AF632A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24371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34253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18455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992AA2-ECFC-E2FA-93E2-10556DCE29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85555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73751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74715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6C4E0F-3409-F30D-EE05-A5B5D95C37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7749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32736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72314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A6BA35-769F-20C5-A26D-8DFB3BD3A88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18A129-3599-D82A-CD2D-AFA69DA0E7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E5CC0A-F21B-A170-8614-64B60DE747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0747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01891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03534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7987A96-A1E2-50F6-F0F7-3B9CBD53E4F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79188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61197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1043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C2F3BF-9BD5-30CF-A444-5B11EFF3DA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9395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26918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3921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9C6C5E-C6B6-FF7D-EA24-C6731B77614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0774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69386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50172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B8FA6D-6D7F-378B-AAB5-2788B4C261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Diapositivo de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7099286" name="Title 1"/>
          <p:cNvSpPr>
            <a:spLocks noGrp="1"/>
          </p:cNvSpPr>
          <p:nvPr>
            <p:ph type="ctrTitle"/>
          </p:nvPr>
        </p:nvSpPr>
        <p:spPr bwMode="auto">
          <a:xfrm>
            <a:off x="684212" y="685799"/>
            <a:ext cx="8001000" cy="29718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pPr>
              <a:defRPr/>
            </a:pPr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1965145980" name="Subtitle 2"/>
          <p:cNvSpPr>
            <a:spLocks noGrp="1"/>
          </p:cNvSpPr>
          <p:nvPr>
            <p:ph type="subTitle" idx="1"/>
          </p:nvPr>
        </p:nvSpPr>
        <p:spPr bwMode="auto"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pt-PT"/>
              <a:t>Clique para editar o estilo de subtítulo do Modelo Global</a:t>
            </a:r>
            <a:endParaRPr lang="en-US"/>
          </a:p>
        </p:txBody>
      </p:sp>
      <p:sp>
        <p:nvSpPr>
          <p:cNvPr id="15652494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BEE50B2-9BC3-4A2B-A061-1EADA326973F}" type="datetimeFigureOut">
              <a:rPr lang="pt-PT"/>
              <a:t>07/03/2026</a:t>
            </a:fld>
            <a:endParaRPr lang="pt-PT"/>
          </a:p>
        </p:txBody>
      </p:sp>
      <p:sp>
        <p:nvSpPr>
          <p:cNvPr id="51746728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15667417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3B0DF4-6131-447C-9904-44A4C5301483}" type="slidenum">
              <a:rPr lang="pt-PT"/>
              <a:t>‹nº›</a:t>
            </a:fld>
            <a:endParaRPr lang="pt-PT"/>
          </a:p>
        </p:txBody>
      </p:sp>
      <p:cxnSp>
        <p:nvCxnSpPr>
          <p:cNvPr id="706776746" name="Straight Connector 15"/>
          <p:cNvCxnSpPr/>
          <p:nvPr/>
        </p:nvCxnSpPr>
        <p:spPr bwMode="auto"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054499" name="Straight Connector 16"/>
          <p:cNvCxnSpPr/>
          <p:nvPr/>
        </p:nvCxnSpPr>
        <p:spPr bwMode="auto"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5789632" name="Straight Connector 18"/>
          <p:cNvCxnSpPr/>
          <p:nvPr/>
        </p:nvCxnSpPr>
        <p:spPr bwMode="auto"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778640" name="Straight Connector 20"/>
          <p:cNvCxnSpPr/>
          <p:nvPr/>
        </p:nvCxnSpPr>
        <p:spPr bwMode="auto"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9959084" name="Straight Connector 22"/>
          <p:cNvCxnSpPr/>
          <p:nvPr/>
        </p:nvCxnSpPr>
        <p:spPr bwMode="auto"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ítulo e Obje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08695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1057535747" name="Content Placeholder 2"/>
          <p:cNvSpPr>
            <a:spLocks noGrp="1"/>
          </p:cNvSpPr>
          <p:nvPr>
            <p:ph idx="1"/>
          </p:nvPr>
        </p:nvSpPr>
        <p:spPr bwMode="auto"/>
        <p:txBody>
          <a:bodyPr anchor="ctr"/>
          <a:lstStyle/>
          <a:p>
            <a:pPr lvl="0">
              <a:defRPr/>
            </a:pPr>
            <a:r>
              <a:rPr lang="pt-PT"/>
              <a:t>Clique para editar os estilos do texto de Modelo Global</a:t>
            </a:r>
            <a:endParaRPr/>
          </a:p>
          <a:p>
            <a:pPr lvl="1">
              <a:defRPr/>
            </a:pPr>
            <a:r>
              <a:rPr lang="pt-PT"/>
              <a:t>Segundo nível</a:t>
            </a:r>
            <a:endParaRPr/>
          </a:p>
          <a:p>
            <a:pPr lvl="2">
              <a:defRPr/>
            </a:pPr>
            <a:r>
              <a:rPr lang="pt-PT"/>
              <a:t>Terceiro nível</a:t>
            </a:r>
            <a:endParaRPr/>
          </a:p>
          <a:p>
            <a:pPr lvl="3">
              <a:defRPr/>
            </a:pPr>
            <a:r>
              <a:rPr lang="pt-PT"/>
              <a:t>Quarto nível</a:t>
            </a:r>
            <a:endParaRPr/>
          </a:p>
          <a:p>
            <a:pPr lvl="4">
              <a:defRPr/>
            </a:pPr>
            <a:r>
              <a:rPr lang="pt-PT"/>
              <a:t>Quinto nível</a:t>
            </a:r>
            <a:endParaRPr lang="en-US"/>
          </a:p>
        </p:txBody>
      </p:sp>
      <p:sp>
        <p:nvSpPr>
          <p:cNvPr id="43757539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BEE50B2-9BC3-4A2B-A061-1EADA326973F}" type="datetimeFigureOut">
              <a:rPr lang="pt-PT"/>
              <a:t>07/03/2026</a:t>
            </a:fld>
            <a:endParaRPr lang="pt-PT"/>
          </a:p>
        </p:txBody>
      </p:sp>
      <p:sp>
        <p:nvSpPr>
          <p:cNvPr id="10701095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37714222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3B0DF4-6131-447C-9904-44A4C5301483}" type="slidenum">
              <a:rPr lang="pt-PT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Cabeçalho da Secçã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384002" name="Title 1"/>
          <p:cNvSpPr>
            <a:spLocks noGrp="1"/>
          </p:cNvSpPr>
          <p:nvPr>
            <p:ph type="title"/>
          </p:nvPr>
        </p:nvSpPr>
        <p:spPr bwMode="auto"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pPr>
              <a:defRPr/>
            </a:pPr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121191920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pt-PT"/>
              <a:t>Clique para editar os estilos do texto de Modelo Global</a:t>
            </a:r>
            <a:endParaRPr/>
          </a:p>
        </p:txBody>
      </p:sp>
      <p:sp>
        <p:nvSpPr>
          <p:cNvPr id="62611722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BEE50B2-9BC3-4A2B-A061-1EADA326973F}" type="datetimeFigureOut">
              <a:rPr lang="pt-PT"/>
              <a:t>07/03/2026</a:t>
            </a:fld>
            <a:endParaRPr lang="pt-PT"/>
          </a:p>
        </p:txBody>
      </p:sp>
      <p:sp>
        <p:nvSpPr>
          <p:cNvPr id="135340817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6945095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3B0DF4-6131-447C-9904-44A4C5301483}" type="slidenum">
              <a:rPr lang="pt-PT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Conteúdo Dup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8032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69594223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pt-PT"/>
              <a:t>Clique para editar os estilos do texto de Modelo Global</a:t>
            </a:r>
            <a:endParaRPr/>
          </a:p>
          <a:p>
            <a:pPr lvl="1">
              <a:defRPr/>
            </a:pPr>
            <a:r>
              <a:rPr lang="pt-PT"/>
              <a:t>Segundo nível</a:t>
            </a:r>
            <a:endParaRPr/>
          </a:p>
          <a:p>
            <a:pPr lvl="2">
              <a:defRPr/>
            </a:pPr>
            <a:r>
              <a:rPr lang="pt-PT"/>
              <a:t>Terceiro nível</a:t>
            </a:r>
            <a:endParaRPr/>
          </a:p>
          <a:p>
            <a:pPr lvl="3">
              <a:defRPr/>
            </a:pPr>
            <a:r>
              <a:rPr lang="pt-PT"/>
              <a:t>Quarto nível</a:t>
            </a:r>
            <a:endParaRPr/>
          </a:p>
          <a:p>
            <a:pPr lvl="4">
              <a:defRPr/>
            </a:pPr>
            <a:r>
              <a:rPr lang="pt-PT"/>
              <a:t>Quinto nível</a:t>
            </a:r>
            <a:endParaRPr lang="en-US"/>
          </a:p>
        </p:txBody>
      </p:sp>
      <p:sp>
        <p:nvSpPr>
          <p:cNvPr id="212702997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pt-PT"/>
              <a:t>Clique para editar os estilos do texto de Modelo Global</a:t>
            </a:r>
            <a:endParaRPr/>
          </a:p>
          <a:p>
            <a:pPr lvl="1">
              <a:defRPr/>
            </a:pPr>
            <a:r>
              <a:rPr lang="pt-PT"/>
              <a:t>Segundo nível</a:t>
            </a:r>
            <a:endParaRPr/>
          </a:p>
          <a:p>
            <a:pPr lvl="2">
              <a:defRPr/>
            </a:pPr>
            <a:r>
              <a:rPr lang="pt-PT"/>
              <a:t>Terceiro nível</a:t>
            </a:r>
            <a:endParaRPr/>
          </a:p>
          <a:p>
            <a:pPr lvl="3">
              <a:defRPr/>
            </a:pPr>
            <a:r>
              <a:rPr lang="pt-PT"/>
              <a:t>Quarto nível</a:t>
            </a:r>
            <a:endParaRPr/>
          </a:p>
          <a:p>
            <a:pPr lvl="4">
              <a:defRPr/>
            </a:pPr>
            <a:r>
              <a:rPr lang="pt-PT"/>
              <a:t>Quinto nível</a:t>
            </a:r>
            <a:endParaRPr lang="en-US"/>
          </a:p>
        </p:txBody>
      </p:sp>
      <p:sp>
        <p:nvSpPr>
          <p:cNvPr id="127829049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BEE50B2-9BC3-4A2B-A061-1EADA326973F}" type="datetimeFigureOut">
              <a:rPr lang="pt-PT"/>
              <a:t>07/03/2026</a:t>
            </a:fld>
            <a:endParaRPr lang="pt-PT"/>
          </a:p>
        </p:txBody>
      </p:sp>
      <p:sp>
        <p:nvSpPr>
          <p:cNvPr id="44479571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167602999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3B0DF4-6131-447C-9904-44A4C5301483}" type="slidenum">
              <a:rPr lang="pt-PT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çã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88823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41581977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pt-PT"/>
              <a:t>Clique para editar os estilos do texto de Modelo Global</a:t>
            </a:r>
            <a:endParaRPr/>
          </a:p>
        </p:txBody>
      </p:sp>
      <p:sp>
        <p:nvSpPr>
          <p:cNvPr id="114019061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>
              <a:defRPr/>
            </a:pPr>
            <a:r>
              <a:rPr lang="pt-PT"/>
              <a:t>Clique para editar os estilos do texto de Modelo Global</a:t>
            </a:r>
            <a:endParaRPr/>
          </a:p>
          <a:p>
            <a:pPr lvl="1">
              <a:defRPr/>
            </a:pPr>
            <a:r>
              <a:rPr lang="pt-PT"/>
              <a:t>Segundo nível</a:t>
            </a:r>
            <a:endParaRPr/>
          </a:p>
          <a:p>
            <a:pPr lvl="2">
              <a:defRPr/>
            </a:pPr>
            <a:r>
              <a:rPr lang="pt-PT"/>
              <a:t>Terceiro nível</a:t>
            </a:r>
            <a:endParaRPr/>
          </a:p>
          <a:p>
            <a:pPr lvl="3">
              <a:defRPr/>
            </a:pPr>
            <a:r>
              <a:rPr lang="pt-PT"/>
              <a:t>Quarto nível</a:t>
            </a:r>
            <a:endParaRPr/>
          </a:p>
          <a:p>
            <a:pPr lvl="4">
              <a:defRPr/>
            </a:pPr>
            <a:r>
              <a:rPr lang="pt-PT"/>
              <a:t>Quinto nível</a:t>
            </a:r>
            <a:endParaRPr lang="en-US"/>
          </a:p>
        </p:txBody>
      </p:sp>
      <p:sp>
        <p:nvSpPr>
          <p:cNvPr id="198604483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pt-PT"/>
              <a:t>Clique para editar os estilos do texto de Modelo Global</a:t>
            </a:r>
            <a:endParaRPr/>
          </a:p>
        </p:txBody>
      </p:sp>
      <p:sp>
        <p:nvSpPr>
          <p:cNvPr id="10587408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>
              <a:defRPr/>
            </a:pPr>
            <a:r>
              <a:rPr lang="pt-PT"/>
              <a:t>Clique para editar os estilos do texto de Modelo Global</a:t>
            </a:r>
            <a:endParaRPr/>
          </a:p>
          <a:p>
            <a:pPr lvl="1">
              <a:defRPr/>
            </a:pPr>
            <a:r>
              <a:rPr lang="pt-PT"/>
              <a:t>Segundo nível</a:t>
            </a:r>
            <a:endParaRPr/>
          </a:p>
          <a:p>
            <a:pPr lvl="2">
              <a:defRPr/>
            </a:pPr>
            <a:r>
              <a:rPr lang="pt-PT"/>
              <a:t>Terceiro nível</a:t>
            </a:r>
            <a:endParaRPr/>
          </a:p>
          <a:p>
            <a:pPr lvl="3">
              <a:defRPr/>
            </a:pPr>
            <a:r>
              <a:rPr lang="pt-PT"/>
              <a:t>Quarto nível</a:t>
            </a:r>
            <a:endParaRPr/>
          </a:p>
          <a:p>
            <a:pPr lvl="4">
              <a:defRPr/>
            </a:pPr>
            <a:r>
              <a:rPr lang="pt-PT"/>
              <a:t>Quinto nível</a:t>
            </a:r>
            <a:endParaRPr lang="en-US"/>
          </a:p>
        </p:txBody>
      </p:sp>
      <p:sp>
        <p:nvSpPr>
          <p:cNvPr id="160478188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BEE50B2-9BC3-4A2B-A061-1EADA326973F}" type="datetimeFigureOut">
              <a:rPr lang="pt-PT"/>
              <a:t>07/03/2026</a:t>
            </a:fld>
            <a:endParaRPr lang="pt-PT"/>
          </a:p>
        </p:txBody>
      </p:sp>
      <p:sp>
        <p:nvSpPr>
          <p:cNvPr id="202605021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1804903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3B0DF4-6131-447C-9904-44A4C5301483}" type="slidenum">
              <a:rPr lang="pt-PT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Só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371374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125102413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BEE50B2-9BC3-4A2B-A061-1EADA326973F}" type="datetimeFigureOut">
              <a:rPr lang="pt-PT"/>
              <a:t>07/03/2026</a:t>
            </a:fld>
            <a:endParaRPr lang="pt-PT"/>
          </a:p>
        </p:txBody>
      </p:sp>
      <p:sp>
        <p:nvSpPr>
          <p:cNvPr id="193137472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44534864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3B0DF4-6131-447C-9904-44A4C5301483}" type="slidenum">
              <a:rPr lang="pt-PT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Em branc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342513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BEE50B2-9BC3-4A2B-A061-1EADA326973F}" type="datetimeFigureOut">
              <a:rPr lang="pt-PT"/>
              <a:t>07/03/2026</a:t>
            </a:fld>
            <a:endParaRPr lang="pt-PT"/>
          </a:p>
        </p:txBody>
      </p:sp>
      <p:sp>
        <p:nvSpPr>
          <p:cNvPr id="164599619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141220589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3B0DF4-6131-447C-9904-44A4C5301483}" type="slidenum">
              <a:rPr lang="pt-PT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údo com Le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5205263" name="Title 1"/>
          <p:cNvSpPr>
            <a:spLocks noGrp="1"/>
          </p:cNvSpPr>
          <p:nvPr>
            <p:ph type="title"/>
          </p:nvPr>
        </p:nvSpPr>
        <p:spPr bwMode="auto"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pPr>
              <a:defRPr/>
            </a:pPr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605820077" name="Content Placeholder 2"/>
          <p:cNvSpPr>
            <a:spLocks noGrp="1"/>
          </p:cNvSpPr>
          <p:nvPr>
            <p:ph idx="1"/>
          </p:nvPr>
        </p:nvSpPr>
        <p:spPr bwMode="auto"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>
              <a:defRPr/>
            </a:pPr>
            <a:r>
              <a:rPr lang="pt-PT"/>
              <a:t>Clique para editar os estilos do texto de Modelo Global</a:t>
            </a:r>
            <a:endParaRPr/>
          </a:p>
          <a:p>
            <a:pPr lvl="1">
              <a:defRPr/>
            </a:pPr>
            <a:r>
              <a:rPr lang="pt-PT"/>
              <a:t>Segundo nível</a:t>
            </a:r>
            <a:endParaRPr/>
          </a:p>
          <a:p>
            <a:pPr lvl="2">
              <a:defRPr/>
            </a:pPr>
            <a:r>
              <a:rPr lang="pt-PT"/>
              <a:t>Terceiro nível</a:t>
            </a:r>
            <a:endParaRPr/>
          </a:p>
          <a:p>
            <a:pPr lvl="3">
              <a:defRPr/>
            </a:pPr>
            <a:r>
              <a:rPr lang="pt-PT"/>
              <a:t>Quarto nível</a:t>
            </a:r>
            <a:endParaRPr/>
          </a:p>
          <a:p>
            <a:pPr lvl="4">
              <a:defRPr/>
            </a:pPr>
            <a:r>
              <a:rPr lang="pt-PT"/>
              <a:t>Quinto nível</a:t>
            </a:r>
            <a:endParaRPr lang="en-US"/>
          </a:p>
        </p:txBody>
      </p:sp>
      <p:sp>
        <p:nvSpPr>
          <p:cNvPr id="124312818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pt-PT"/>
              <a:t>Clique para editar os estilos do texto de Modelo Global</a:t>
            </a:r>
            <a:endParaRPr/>
          </a:p>
        </p:txBody>
      </p:sp>
      <p:sp>
        <p:nvSpPr>
          <p:cNvPr id="196656253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BEE50B2-9BC3-4A2B-A061-1EADA326973F}" type="datetimeFigureOut">
              <a:rPr lang="pt-PT"/>
              <a:t>07/03/2026</a:t>
            </a:fld>
            <a:endParaRPr lang="pt-PT"/>
          </a:p>
        </p:txBody>
      </p:sp>
      <p:sp>
        <p:nvSpPr>
          <p:cNvPr id="148788207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162629273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3B0DF4-6131-447C-9904-44A4C5301483}" type="slidenum">
              <a:rPr lang="pt-PT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m com Le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3229750" name="Title 1"/>
          <p:cNvSpPr>
            <a:spLocks noGrp="1"/>
          </p:cNvSpPr>
          <p:nvPr>
            <p:ph type="title"/>
          </p:nvPr>
        </p:nvSpPr>
        <p:spPr bwMode="auto"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pPr>
              <a:defRPr/>
            </a:pPr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462932732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pt-PT"/>
              <a:t>Clique no ícone para adicionar uma imagem</a:t>
            </a:r>
            <a:endParaRPr lang="en-US"/>
          </a:p>
        </p:txBody>
      </p:sp>
      <p:sp>
        <p:nvSpPr>
          <p:cNvPr id="48570426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pt-PT"/>
              <a:t>Clique para editar os estilos do texto de Modelo Global</a:t>
            </a:r>
            <a:endParaRPr/>
          </a:p>
        </p:txBody>
      </p:sp>
      <p:sp>
        <p:nvSpPr>
          <p:cNvPr id="121286139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BEE50B2-9BC3-4A2B-A061-1EADA326973F}" type="datetimeFigureOut">
              <a:rPr lang="pt-PT"/>
              <a:t>07/03/2026</a:t>
            </a:fld>
            <a:endParaRPr lang="pt-PT"/>
          </a:p>
        </p:txBody>
      </p:sp>
      <p:sp>
        <p:nvSpPr>
          <p:cNvPr id="95646939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161779437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3B0DF4-6131-447C-9904-44A4C5301483}" type="slidenum">
              <a:rPr lang="pt-PT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Fotografia Panorâmica com Le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34239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590952998" name="Picture Placeholder 2"/>
          <p:cNvSpPr>
            <a:spLocks noChangeAspect="1" noGrp="1"/>
          </p:cNvSpPr>
          <p:nvPr>
            <p:ph type="pic" idx="13"/>
          </p:nvPr>
        </p:nvSpPr>
        <p:spPr bwMode="auto">
          <a:xfrm>
            <a:off x="685800" y="533400"/>
            <a:ext cx="10818811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pt-PT"/>
              <a:t>Clique no ícone para adicionar uma imagem</a:t>
            </a:r>
            <a:endParaRPr lang="en-US"/>
          </a:p>
        </p:txBody>
      </p:sp>
      <p:sp>
        <p:nvSpPr>
          <p:cNvPr id="397081232" name="Text Placeholder 9"/>
          <p:cNvSpPr>
            <a:spLocks noGrp="1"/>
          </p:cNvSpPr>
          <p:nvPr>
            <p:ph type="body" sz="quarter" idx="14"/>
          </p:nvPr>
        </p:nvSpPr>
        <p:spPr bwMode="auto"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defRPr/>
            </a:pPr>
            <a:r>
              <a:rPr lang="pt-PT"/>
              <a:t>Clique para editar os estilos do texto de Modelo Global</a:t>
            </a:r>
            <a:endParaRPr/>
          </a:p>
        </p:txBody>
      </p:sp>
      <p:sp>
        <p:nvSpPr>
          <p:cNvPr id="108342168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BEE50B2-9BC3-4A2B-A061-1EADA326973F}" type="datetimeFigureOut">
              <a:rPr lang="pt-PT"/>
              <a:t>07/03/2026</a:t>
            </a:fld>
            <a:endParaRPr lang="pt-PT"/>
          </a:p>
        </p:txBody>
      </p:sp>
      <p:sp>
        <p:nvSpPr>
          <p:cNvPr id="138858949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123095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3B0DF4-6131-447C-9904-44A4C5301483}" type="slidenum">
              <a:rPr lang="pt-PT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ítulo e Le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7941531" name="Title 1"/>
          <p:cNvSpPr>
            <a:spLocks noGrp="1"/>
          </p:cNvSpPr>
          <p:nvPr>
            <p:ph type="title"/>
          </p:nvPr>
        </p:nvSpPr>
        <p:spPr bwMode="auto"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pPr>
              <a:defRPr/>
            </a:pPr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101487176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pt-PT"/>
              <a:t>Clique para editar os estilos do texto de Modelo Global</a:t>
            </a:r>
            <a:endParaRPr/>
          </a:p>
        </p:txBody>
      </p:sp>
      <p:sp>
        <p:nvSpPr>
          <p:cNvPr id="213415001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BEE50B2-9BC3-4A2B-A061-1EADA326973F}" type="datetimeFigureOut">
              <a:rPr lang="pt-PT"/>
              <a:t>07/03/2026</a:t>
            </a:fld>
            <a:endParaRPr lang="pt-PT"/>
          </a:p>
        </p:txBody>
      </p:sp>
      <p:sp>
        <p:nvSpPr>
          <p:cNvPr id="3780532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84801354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3B0DF4-6131-447C-9904-44A4C5301483}" type="slidenum">
              <a:rPr lang="pt-PT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Citação com Le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241192" name="Title 1"/>
          <p:cNvSpPr>
            <a:spLocks noGrp="1"/>
          </p:cNvSpPr>
          <p:nvPr>
            <p:ph type="title"/>
          </p:nvPr>
        </p:nvSpPr>
        <p:spPr bwMode="auto"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614819753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defRPr/>
            </a:pPr>
            <a:r>
              <a:rPr lang="pt-PT"/>
              <a:t>Clique para editar os estilos do texto de Modelo Global</a:t>
            </a:r>
            <a:endParaRPr/>
          </a:p>
        </p:txBody>
      </p:sp>
      <p:sp>
        <p:nvSpPr>
          <p:cNvPr id="18730884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pt-PT"/>
              <a:t>Clique para editar os estilos do texto de Modelo Global</a:t>
            </a:r>
            <a:endParaRPr/>
          </a:p>
        </p:txBody>
      </p:sp>
      <p:sp>
        <p:nvSpPr>
          <p:cNvPr id="43063193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BEE50B2-9BC3-4A2B-A061-1EADA326973F}" type="datetimeFigureOut">
              <a:rPr lang="pt-PT"/>
              <a:t>07/03/2026</a:t>
            </a:fld>
            <a:endParaRPr lang="pt-PT"/>
          </a:p>
        </p:txBody>
      </p:sp>
      <p:sp>
        <p:nvSpPr>
          <p:cNvPr id="178640445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53370002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3B0DF4-6131-447C-9904-44A4C5301483}" type="slidenum">
              <a:rPr lang="pt-PT"/>
              <a:t>‹nº›</a:t>
            </a:fld>
            <a:endParaRPr lang="pt-PT"/>
          </a:p>
        </p:txBody>
      </p:sp>
      <p:sp>
        <p:nvSpPr>
          <p:cNvPr id="420491179" name="TextBox 13"/>
          <p:cNvSpPr txBox="1"/>
          <p:nvPr/>
        </p:nvSpPr>
        <p:spPr bwMode="auto">
          <a:xfrm>
            <a:off x="531812" y="812222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defRPr/>
            </a:pPr>
            <a:r>
              <a:rPr lang="en-US" sz="8000">
                <a:solidFill>
                  <a:schemeClr val="tx1"/>
                </a:solidFill>
              </a:rPr>
              <a:t>“</a:t>
            </a:r>
            <a:endParaRPr/>
          </a:p>
        </p:txBody>
      </p:sp>
      <p:sp>
        <p:nvSpPr>
          <p:cNvPr id="231120734" name="TextBox 14"/>
          <p:cNvSpPr txBox="1"/>
          <p:nvPr/>
        </p:nvSpPr>
        <p:spPr bwMode="auto">
          <a:xfrm>
            <a:off x="10285412" y="2768601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>
              <a:defRPr/>
            </a:pPr>
            <a:r>
              <a:rPr lang="en-US" sz="8000">
                <a:solidFill>
                  <a:schemeClr val="tx1"/>
                </a:solidFill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Cartão de Nom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688111" name="Title 1"/>
          <p:cNvSpPr>
            <a:spLocks noGrp="1"/>
          </p:cNvSpPr>
          <p:nvPr>
            <p:ph type="title"/>
          </p:nvPr>
        </p:nvSpPr>
        <p:spPr bwMode="auto"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pPr>
              <a:defRPr/>
            </a:pPr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12166280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pt-PT"/>
              <a:t>Clique para editar os estilos do texto de Modelo Global</a:t>
            </a:r>
            <a:endParaRPr/>
          </a:p>
        </p:txBody>
      </p:sp>
      <p:sp>
        <p:nvSpPr>
          <p:cNvPr id="5378433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BEE50B2-9BC3-4A2B-A061-1EADA326973F}" type="datetimeFigureOut">
              <a:rPr lang="pt-PT"/>
              <a:t>07/03/2026</a:t>
            </a:fld>
            <a:endParaRPr lang="pt-PT"/>
          </a:p>
        </p:txBody>
      </p:sp>
      <p:sp>
        <p:nvSpPr>
          <p:cNvPr id="210240916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115044987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3B0DF4-6131-447C-9904-44A4C5301483}" type="slidenum">
              <a:rPr lang="pt-PT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Cartão de Nome com Citaçã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1809580" name="Title 1"/>
          <p:cNvSpPr>
            <a:spLocks noGrp="1"/>
          </p:cNvSpPr>
          <p:nvPr>
            <p:ph type="title"/>
          </p:nvPr>
        </p:nvSpPr>
        <p:spPr bwMode="auto"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1742202207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>
                <a:ln w="3175" cmpd="sng">
                  <a:noFill/>
                </a:ln>
                <a:solidFill>
                  <a:schemeClr val="tx1"/>
                </a:solidFill>
              </a:defRPr>
            </a:lvl1pPr>
          </a:lstStyle>
          <a:p>
            <a:pPr marL="0" lvl="0">
              <a:spcBef>
                <a:spcPts val="0"/>
              </a:spcBef>
              <a:buNone/>
              <a:defRPr/>
            </a:pPr>
            <a:r>
              <a:rPr lang="pt-PT"/>
              <a:t>Clique para editar os estilos do texto de Modelo Global</a:t>
            </a:r>
            <a:endParaRPr/>
          </a:p>
        </p:txBody>
      </p:sp>
      <p:sp>
        <p:nvSpPr>
          <p:cNvPr id="176373244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pt-PT"/>
              <a:t>Clique para editar os estilos do texto de Modelo Global</a:t>
            </a:r>
            <a:endParaRPr/>
          </a:p>
        </p:txBody>
      </p:sp>
      <p:sp>
        <p:nvSpPr>
          <p:cNvPr id="158943405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BEE50B2-9BC3-4A2B-A061-1EADA326973F}" type="datetimeFigureOut">
              <a:rPr lang="pt-PT"/>
              <a:t>07/03/2026</a:t>
            </a:fld>
            <a:endParaRPr lang="pt-PT"/>
          </a:p>
        </p:txBody>
      </p:sp>
      <p:sp>
        <p:nvSpPr>
          <p:cNvPr id="6190848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86239637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3B0DF4-6131-447C-9904-44A4C5301483}" type="slidenum">
              <a:rPr lang="pt-PT"/>
              <a:t>‹nº›</a:t>
            </a:fld>
            <a:endParaRPr lang="pt-PT"/>
          </a:p>
        </p:txBody>
      </p:sp>
      <p:sp>
        <p:nvSpPr>
          <p:cNvPr id="1021828785" name="TextBox 10"/>
          <p:cNvSpPr txBox="1"/>
          <p:nvPr/>
        </p:nvSpPr>
        <p:spPr bwMode="auto">
          <a:xfrm>
            <a:off x="531812" y="812222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defRPr/>
            </a:pPr>
            <a:r>
              <a:rPr lang="en-US" sz="8000">
                <a:solidFill>
                  <a:schemeClr val="tx1"/>
                </a:solidFill>
              </a:rPr>
              <a:t>“</a:t>
            </a:r>
            <a:endParaRPr/>
          </a:p>
        </p:txBody>
      </p:sp>
      <p:sp>
        <p:nvSpPr>
          <p:cNvPr id="1413144767" name="TextBox 11"/>
          <p:cNvSpPr txBox="1"/>
          <p:nvPr/>
        </p:nvSpPr>
        <p:spPr bwMode="auto">
          <a:xfrm>
            <a:off x="10285412" y="2768601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>
              <a:defRPr/>
            </a:pPr>
            <a:r>
              <a:rPr lang="en-US" sz="8000">
                <a:solidFill>
                  <a:schemeClr val="tx1"/>
                </a:solidFill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Verdadeiro ou Fals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2215479" name="Title 1"/>
          <p:cNvSpPr>
            <a:spLocks noGrp="1"/>
          </p:cNvSpPr>
          <p:nvPr>
            <p:ph type="title"/>
          </p:nvPr>
        </p:nvSpPr>
        <p:spPr bwMode="auto"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/>
            </a:lvl1pPr>
          </a:lstStyle>
          <a:p>
            <a:pPr marL="0" lvl="0">
              <a:defRPr/>
            </a:pPr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469114540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>
                <a:ln w="3175" cmpd="sng">
                  <a:noFill/>
                </a:ln>
                <a:solidFill>
                  <a:schemeClr val="tx1"/>
                </a:solidFill>
              </a:defRPr>
            </a:lvl1pPr>
          </a:lstStyle>
          <a:p>
            <a:pPr marL="0" lvl="0">
              <a:spcBef>
                <a:spcPts val="0"/>
              </a:spcBef>
              <a:buNone/>
              <a:defRPr/>
            </a:pPr>
            <a:r>
              <a:rPr lang="pt-PT"/>
              <a:t>Clique para editar os estilos do texto de Modelo Global</a:t>
            </a:r>
            <a:endParaRPr/>
          </a:p>
        </p:txBody>
      </p:sp>
      <p:sp>
        <p:nvSpPr>
          <p:cNvPr id="3887878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pt-PT"/>
              <a:t>Clique para editar os estilos do texto de Modelo Global</a:t>
            </a:r>
            <a:endParaRPr/>
          </a:p>
        </p:txBody>
      </p:sp>
      <p:sp>
        <p:nvSpPr>
          <p:cNvPr id="126975548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BEE50B2-9BC3-4A2B-A061-1EADA326973F}" type="datetimeFigureOut">
              <a:rPr lang="pt-PT"/>
              <a:t>07/03/2026</a:t>
            </a:fld>
            <a:endParaRPr lang="pt-PT"/>
          </a:p>
        </p:txBody>
      </p:sp>
      <p:sp>
        <p:nvSpPr>
          <p:cNvPr id="6407618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29890116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3B0DF4-6131-447C-9904-44A4C5301483}" type="slidenum">
              <a:rPr lang="pt-PT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ítulo e Texto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58611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26946719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 anchor="t"/>
          <a:lstStyle/>
          <a:p>
            <a:pPr lvl="0">
              <a:defRPr/>
            </a:pPr>
            <a:r>
              <a:rPr lang="pt-PT"/>
              <a:t>Clique para editar os estilos do texto de Modelo Global</a:t>
            </a:r>
            <a:endParaRPr/>
          </a:p>
          <a:p>
            <a:pPr lvl="1">
              <a:defRPr/>
            </a:pPr>
            <a:r>
              <a:rPr lang="pt-PT"/>
              <a:t>Segundo nível</a:t>
            </a:r>
            <a:endParaRPr/>
          </a:p>
          <a:p>
            <a:pPr lvl="2">
              <a:defRPr/>
            </a:pPr>
            <a:r>
              <a:rPr lang="pt-PT"/>
              <a:t>Terceiro nível</a:t>
            </a:r>
            <a:endParaRPr/>
          </a:p>
          <a:p>
            <a:pPr lvl="3">
              <a:defRPr/>
            </a:pPr>
            <a:r>
              <a:rPr lang="pt-PT"/>
              <a:t>Quarto nível</a:t>
            </a:r>
            <a:endParaRPr/>
          </a:p>
          <a:p>
            <a:pPr lvl="4">
              <a:defRPr/>
            </a:pPr>
            <a:r>
              <a:rPr lang="pt-PT"/>
              <a:t>Quinto nível</a:t>
            </a:r>
            <a:endParaRPr lang="en-US"/>
          </a:p>
        </p:txBody>
      </p:sp>
      <p:sp>
        <p:nvSpPr>
          <p:cNvPr id="192783260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BEE50B2-9BC3-4A2B-A061-1EADA326973F}" type="datetimeFigureOut">
              <a:rPr lang="pt-PT"/>
              <a:t>07/03/2026</a:t>
            </a:fld>
            <a:endParaRPr lang="pt-PT"/>
          </a:p>
        </p:txBody>
      </p:sp>
      <p:sp>
        <p:nvSpPr>
          <p:cNvPr id="44492237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6121132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3B0DF4-6131-447C-9904-44A4C5301483}" type="slidenum">
              <a:rPr lang="pt-PT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ítulo Vertical e Tex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974670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685212" y="685800"/>
            <a:ext cx="2057400" cy="4572000"/>
          </a:xfrm>
        </p:spPr>
        <p:txBody>
          <a:bodyPr vert="eaVert"/>
          <a:lstStyle/>
          <a:p>
            <a:pPr>
              <a:defRPr/>
            </a:pPr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4960769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>
              <a:defRPr/>
            </a:pPr>
            <a:r>
              <a:rPr lang="pt-PT"/>
              <a:t>Clique para editar os estilos do texto de Modelo Global</a:t>
            </a:r>
            <a:endParaRPr/>
          </a:p>
          <a:p>
            <a:pPr lvl="1">
              <a:defRPr/>
            </a:pPr>
            <a:r>
              <a:rPr lang="pt-PT"/>
              <a:t>Segundo nível</a:t>
            </a:r>
            <a:endParaRPr/>
          </a:p>
          <a:p>
            <a:pPr lvl="2">
              <a:defRPr/>
            </a:pPr>
            <a:r>
              <a:rPr lang="pt-PT"/>
              <a:t>Terceiro nível</a:t>
            </a:r>
            <a:endParaRPr/>
          </a:p>
          <a:p>
            <a:pPr lvl="3">
              <a:defRPr/>
            </a:pPr>
            <a:r>
              <a:rPr lang="pt-PT"/>
              <a:t>Quarto nível</a:t>
            </a:r>
            <a:endParaRPr/>
          </a:p>
          <a:p>
            <a:pPr lvl="4">
              <a:defRPr/>
            </a:pPr>
            <a:r>
              <a:rPr lang="pt-PT"/>
              <a:t>Quinto nível</a:t>
            </a:r>
            <a:endParaRPr lang="en-US"/>
          </a:p>
        </p:txBody>
      </p:sp>
      <p:sp>
        <p:nvSpPr>
          <p:cNvPr id="1097302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BEE50B2-9BC3-4A2B-A061-1EADA326973F}" type="datetimeFigureOut">
              <a:rPr lang="pt-PT"/>
              <a:t>07/03/2026</a:t>
            </a:fld>
            <a:endParaRPr lang="pt-PT"/>
          </a:p>
        </p:txBody>
      </p:sp>
      <p:sp>
        <p:nvSpPr>
          <p:cNvPr id="125606359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679462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3B0DF4-6131-447C-9904-44A4C5301483}" type="slidenum">
              <a:rPr lang="pt-PT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2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85035131" name="Group 6"/>
          <p:cNvGrpSpPr/>
          <p:nvPr/>
        </p:nvGrpSpPr>
        <p:grpSpPr bwMode="auto"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 bwMode="auto"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auto"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auto">
            <a:xfrm flipH="1">
              <a:off x="10292292" y="3285067"/>
              <a:ext cx="1896534" cy="189653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auto"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auto"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85188219" name="Title Placeholder 1"/>
          <p:cNvSpPr>
            <a:spLocks noGrp="1"/>
          </p:cNvSpPr>
          <p:nvPr>
            <p:ph type="title"/>
          </p:nvPr>
        </p:nvSpPr>
        <p:spPr bwMode="auto"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11717518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defRPr/>
            </a:pPr>
            <a:r>
              <a:rPr lang="pt-PT"/>
              <a:t>Clique para editar os estilos do texto de Modelo Global</a:t>
            </a:r>
            <a:endParaRPr/>
          </a:p>
          <a:p>
            <a:pPr lvl="1">
              <a:defRPr/>
            </a:pPr>
            <a:r>
              <a:rPr lang="pt-PT"/>
              <a:t>Segundo nível</a:t>
            </a:r>
            <a:endParaRPr/>
          </a:p>
          <a:p>
            <a:pPr lvl="2">
              <a:defRPr/>
            </a:pPr>
            <a:r>
              <a:rPr lang="pt-PT"/>
              <a:t>Terceiro nível</a:t>
            </a:r>
            <a:endParaRPr/>
          </a:p>
          <a:p>
            <a:pPr lvl="3">
              <a:defRPr/>
            </a:pPr>
            <a:r>
              <a:rPr lang="pt-PT"/>
              <a:t>Quarto nível</a:t>
            </a:r>
            <a:endParaRPr/>
          </a:p>
          <a:p>
            <a:pPr lvl="4">
              <a:defRPr/>
            </a:pPr>
            <a:r>
              <a:rPr lang="pt-PT"/>
              <a:t>Quinto nível</a:t>
            </a:r>
            <a:endParaRPr lang="en-US"/>
          </a:p>
        </p:txBody>
      </p:sp>
      <p:sp>
        <p:nvSpPr>
          <p:cNvPr id="1556030522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BEE50B2-9BC3-4A2B-A061-1EADA326973F}" type="datetimeFigureOut">
              <a:rPr lang="pt-PT"/>
              <a:t>07/03/2026</a:t>
            </a:fld>
            <a:endParaRPr lang="pt-PT"/>
          </a:p>
        </p:txBody>
      </p:sp>
      <p:sp>
        <p:nvSpPr>
          <p:cNvPr id="34178155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36538966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43B0DF4-6131-447C-9904-44A4C5301483}" type="slidenum">
              <a:rPr lang="pt-PT"/>
              <a:t>‹nº›</a:t>
            </a:fld>
            <a:endParaRPr lang="pt-PT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457200" rtl="0">
        <a:spcBef>
          <a:spcPts val="0"/>
        </a:spcBef>
        <a:buNone/>
        <a:defRPr sz="3600" cap="all">
          <a:ln w="3175" cmpd="sng">
            <a:noFill/>
          </a:ln>
          <a:solidFill>
            <a:schemeClr val="tx1"/>
          </a:solidFill>
          <a:latin typeface="+mj-lt"/>
          <a:ea typeface="+mj-ea"/>
          <a:cs typeface="+mj-cs"/>
        </a:defRPr>
      </a:lvl1pPr>
      <a:lvl2pPr>
        <a:defRPr>
          <a:solidFill>
            <a:schemeClr val="tx2"/>
          </a:solidFill>
        </a:defRPr>
      </a:lvl2pPr>
      <a:lvl3pPr>
        <a:defRPr>
          <a:solidFill>
            <a:schemeClr val="tx2"/>
          </a:solidFill>
        </a:defRPr>
      </a:lvl3pPr>
      <a:lvl4pPr>
        <a:defRPr>
          <a:solidFill>
            <a:schemeClr val="tx2"/>
          </a:solidFill>
        </a:defRPr>
      </a:lvl4pPr>
      <a:lvl5pPr>
        <a:defRPr>
          <a:solidFill>
            <a:schemeClr val="tx2"/>
          </a:solidFill>
        </a:defRPr>
      </a:lvl5pPr>
      <a:lvl6pPr>
        <a:defRPr>
          <a:solidFill>
            <a:schemeClr val="tx2"/>
          </a:solidFill>
        </a:defRPr>
      </a:lvl6pPr>
      <a:lvl7pPr>
        <a:defRPr>
          <a:solidFill>
            <a:schemeClr val="tx2"/>
          </a:solidFill>
        </a:defRPr>
      </a:lvl7pPr>
      <a:lvl8pPr>
        <a:defRPr>
          <a:solidFill>
            <a:schemeClr val="tx2"/>
          </a:solidFill>
        </a:defRPr>
      </a:lvl8pPr>
      <a:lvl9pPr>
        <a:defRPr>
          <a:solidFill>
            <a:schemeClr val="tx2"/>
          </a:solidFill>
        </a:defRPr>
      </a:lvl9pPr>
    </p:titleStyle>
    <p:bodyStyle>
      <a:lvl1pPr marL="285750" indent="-285750" algn="l" defTabSz="457200" rtl="0">
        <a:spcBef>
          <a:spcPts val="0"/>
        </a:spcBef>
        <a:spcAft>
          <a:spcPts val="600"/>
        </a:spcAft>
        <a:buClr>
          <a:schemeClr val="tx1"/>
        </a:buClr>
        <a:buSzPct val="80000"/>
        <a:buFont typeface="Wingdings 3"/>
        <a:buChar char=""/>
        <a:defRPr sz="2000" cap="none">
          <a:solidFill>
            <a:schemeClr val="bg2">
              <a:lumMod val="7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spcAft>
          <a:spcPts val="600"/>
        </a:spcAft>
        <a:buClr>
          <a:schemeClr val="tx1"/>
        </a:buClr>
        <a:buSzPct val="80000"/>
        <a:buFont typeface="Wingdings 3"/>
        <a:buChar char=""/>
        <a:defRPr sz="1800" cap="none">
          <a:solidFill>
            <a:schemeClr val="bg2">
              <a:lumMod val="75000"/>
            </a:schemeClr>
          </a:solidFill>
          <a:latin typeface="+mn-lt"/>
          <a:ea typeface="+mn-ea"/>
          <a:cs typeface="+mn-cs"/>
        </a:defRPr>
      </a:lvl2pPr>
      <a:lvl3pPr marL="1200150" indent="-285750" algn="l" defTabSz="457200" rtl="0">
        <a:spcBef>
          <a:spcPts val="0"/>
        </a:spcBef>
        <a:spcAft>
          <a:spcPts val="600"/>
        </a:spcAft>
        <a:buClr>
          <a:schemeClr val="tx1"/>
        </a:buClr>
        <a:buSzPct val="80000"/>
        <a:buFont typeface="Wingdings 3"/>
        <a:buChar char=""/>
        <a:defRPr sz="1600" cap="none">
          <a:solidFill>
            <a:schemeClr val="bg2">
              <a:lumMod val="75000"/>
            </a:schemeClr>
          </a:solidFill>
          <a:latin typeface="+mn-lt"/>
          <a:ea typeface="+mn-ea"/>
          <a:cs typeface="+mn-cs"/>
        </a:defRPr>
      </a:lvl3pPr>
      <a:lvl4pPr marL="1543050" indent="-171450" algn="l" defTabSz="457200" rtl="0">
        <a:spcBef>
          <a:spcPts val="0"/>
        </a:spcBef>
        <a:spcAft>
          <a:spcPts val="600"/>
        </a:spcAft>
        <a:buClr>
          <a:schemeClr val="tx1"/>
        </a:buClr>
        <a:buSzPct val="80000"/>
        <a:buFont typeface="Wingdings 3"/>
        <a:buChar char=""/>
        <a:defRPr sz="1400" cap="none">
          <a:solidFill>
            <a:schemeClr val="bg2">
              <a:lumMod val="75000"/>
            </a:schemeClr>
          </a:solidFill>
          <a:latin typeface="+mn-lt"/>
          <a:ea typeface="+mn-ea"/>
          <a:cs typeface="+mn-cs"/>
        </a:defRPr>
      </a:lvl4pPr>
      <a:lvl5pPr marL="2000250" indent="-171450" algn="l" defTabSz="457200" rtl="0">
        <a:spcBef>
          <a:spcPts val="0"/>
        </a:spcBef>
        <a:spcAft>
          <a:spcPts val="600"/>
        </a:spcAft>
        <a:buClr>
          <a:schemeClr val="tx1"/>
        </a:buClr>
        <a:buSzPct val="80000"/>
        <a:buFont typeface="Wingdings 3"/>
        <a:buChar char=""/>
        <a:defRPr sz="1400" cap="none">
          <a:solidFill>
            <a:schemeClr val="bg2">
              <a:lumMod val="7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spcAft>
          <a:spcPts val="600"/>
        </a:spcAft>
        <a:buClr>
          <a:schemeClr val="tx1"/>
        </a:buClr>
        <a:buSzPct val="80000"/>
        <a:buFont typeface="Wingdings 3"/>
        <a:buChar char=""/>
        <a:defRPr sz="1400" cap="none">
          <a:solidFill>
            <a:schemeClr val="bg2">
              <a:lumMod val="7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spcAft>
          <a:spcPts val="600"/>
        </a:spcAft>
        <a:buClr>
          <a:schemeClr val="tx1"/>
        </a:buClr>
        <a:buSzPct val="80000"/>
        <a:buFont typeface="Wingdings 3"/>
        <a:buChar char=""/>
        <a:defRPr sz="1400" cap="none">
          <a:solidFill>
            <a:schemeClr val="bg2">
              <a:lumMod val="7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spcAft>
          <a:spcPts val="600"/>
        </a:spcAft>
        <a:buClr>
          <a:schemeClr val="tx1"/>
        </a:buClr>
        <a:buSzPct val="80000"/>
        <a:buFont typeface="Wingdings 3"/>
        <a:buChar char=""/>
        <a:defRPr sz="1400" cap="none">
          <a:solidFill>
            <a:schemeClr val="bg2">
              <a:lumMod val="7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spcAft>
          <a:spcPts val="600"/>
        </a:spcAft>
        <a:buClr>
          <a:schemeClr val="tx1"/>
        </a:buClr>
        <a:buSzPct val="80000"/>
        <a:buFont typeface="Wingdings 3"/>
        <a:buChar char=""/>
        <a:defRPr sz="1400" cap="none">
          <a:solidFill>
            <a:schemeClr val="bg2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209413" name="CaixaDeTexto 3"/>
          <p:cNvSpPr txBox="1"/>
          <p:nvPr/>
        </p:nvSpPr>
        <p:spPr bwMode="auto">
          <a:xfrm>
            <a:off x="1138627" y="4287766"/>
            <a:ext cx="9347559" cy="914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PT" sz="5400" b="1"/>
              <a:t>	Nomes:</a:t>
            </a:r>
            <a:endParaRPr lang="pt-PT" sz="5400"/>
          </a:p>
        </p:txBody>
      </p:sp>
      <p:sp>
        <p:nvSpPr>
          <p:cNvPr id="994698672" name=""/>
          <p:cNvSpPr txBox="1"/>
          <p:nvPr/>
        </p:nvSpPr>
        <p:spPr bwMode="auto">
          <a:xfrm rot="0" flipH="0" flipV="0">
            <a:off x="1678805" y="5315564"/>
            <a:ext cx="8834389" cy="1006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Abdulah Camilo Mehebubo Abobacar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Isabel Nunes Mário Andrade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Uaquene Paulo Homo</a:t>
            </a:r>
            <a:endParaRPr sz="2000"/>
          </a:p>
        </p:txBody>
      </p:sp>
      <p:pic>
        <p:nvPicPr>
          <p:cNvPr id="13400275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23999" y="512967"/>
            <a:ext cx="9144000" cy="2390774"/>
          </a:xfrm>
          <a:prstGeom prst="rect">
            <a:avLst/>
          </a:prstGeom>
        </p:spPr>
      </p:pic>
      <p:pic>
        <p:nvPicPr>
          <p:cNvPr id="131332858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472294" y="512967"/>
            <a:ext cx="2847974" cy="1533524"/>
          </a:xfrm>
          <a:prstGeom prst="rect">
            <a:avLst/>
          </a:prstGeom>
        </p:spPr>
      </p:pic>
      <p:sp>
        <p:nvSpPr>
          <p:cNvPr id="1760308660" name=""/>
          <p:cNvSpPr txBox="1"/>
          <p:nvPr/>
        </p:nvSpPr>
        <p:spPr bwMode="auto">
          <a:xfrm rot="0" flipH="0" flipV="0">
            <a:off x="2552487" y="3272298"/>
            <a:ext cx="6519479" cy="8233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/>
              <a:t>Tema: 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Century Gothic"/>
                <a:ea typeface="Century Gothic"/>
                <a:cs typeface="Century Gothic"/>
              </a:rPr>
              <a:t>Sistema de Gestão Académica para um </a:t>
            </a:r>
            <a:br>
              <a:rPr lang="en-US" sz="2400" b="0" i="0" u="none" strike="noStrike" cap="none" spc="0">
                <a:solidFill>
                  <a:schemeClr val="tx1"/>
                </a:solidFill>
                <a:latin typeface="Century Gothic"/>
                <a:ea typeface="Century Gothic"/>
                <a:cs typeface="Century Gothic"/>
              </a:rPr>
            </a:br>
            <a:r>
              <a:rPr lang="en-US" sz="2400" b="0" i="0" u="none" strike="noStrike" cap="none" spc="0">
                <a:solidFill>
                  <a:schemeClr val="tx1"/>
                </a:solidFill>
                <a:latin typeface="Century Gothic"/>
                <a:ea typeface="Century Gothic"/>
                <a:cs typeface="Century Gothic"/>
              </a:rPr>
              <a:t>Centro de Explicações do ensino Primário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0648091" name="CaixaDeTexto 1"/>
          <p:cNvSpPr txBox="1"/>
          <p:nvPr/>
        </p:nvSpPr>
        <p:spPr bwMode="auto">
          <a:xfrm>
            <a:off x="1333500" y="2967335"/>
            <a:ext cx="1511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PT" sz="2400"/>
              <a:t>Tópicos</a:t>
            </a:r>
            <a:endParaRPr/>
          </a:p>
        </p:txBody>
      </p:sp>
      <p:sp>
        <p:nvSpPr>
          <p:cNvPr id="1358760145" name="CaixaDeTexto 2"/>
          <p:cNvSpPr txBox="1"/>
          <p:nvPr/>
        </p:nvSpPr>
        <p:spPr bwMode="auto">
          <a:xfrm>
            <a:off x="3759198" y="2044003"/>
            <a:ext cx="8872518" cy="3383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pt-PT" sz="2400">
                <a:latin typeface="Century Gothic"/>
                <a:ea typeface="Century Gothic"/>
                <a:cs typeface="Century Gothic"/>
              </a:rPr>
              <a:t>Tema do projecto</a:t>
            </a:r>
            <a:endParaRPr>
              <a:latin typeface="Century Gothic"/>
              <a:cs typeface="Century Gothic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pt-PT" sz="2400">
                <a:latin typeface="Century Gothic"/>
                <a:ea typeface="Century Gothic"/>
                <a:cs typeface="Century Gothic"/>
              </a:rPr>
              <a:t>Valor</a:t>
            </a:r>
            <a:endParaRPr>
              <a:latin typeface="Century Gothic"/>
              <a:cs typeface="Century Gothic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pt-PT" sz="2400">
                <a:latin typeface="Century Gothic"/>
                <a:ea typeface="Century Gothic"/>
                <a:cs typeface="Century Gothic"/>
              </a:rPr>
              <a:t>Problematização</a:t>
            </a:r>
            <a:endParaRPr>
              <a:latin typeface="Century Gothic"/>
              <a:cs typeface="Century Gothic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pt-PT" sz="2400">
                <a:latin typeface="Century Gothic"/>
                <a:ea typeface="Century Gothic"/>
                <a:cs typeface="Century Gothic"/>
              </a:rPr>
              <a:t>Stakeholders, primários e secundários</a:t>
            </a:r>
            <a:endParaRPr>
              <a:latin typeface="Century Gothic"/>
              <a:cs typeface="Century Gothic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pt-PT" sz="2400">
                <a:latin typeface="Century Gothic"/>
                <a:ea typeface="Century Gothic"/>
                <a:cs typeface="Century Gothic"/>
              </a:rPr>
              <a:t>Requisitos iniciais</a:t>
            </a:r>
            <a:endParaRPr sz="2400">
              <a:latin typeface="Century Gothic"/>
              <a:cs typeface="Century Gothic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sz="2400" b="0" i="0" u="none">
                <a:solidFill>
                  <a:schemeClr val="tx1"/>
                </a:solidFill>
                <a:latin typeface="Century Gothic"/>
                <a:ea typeface="Century Gothic"/>
                <a:cs typeface="Century Gothic"/>
              </a:rPr>
              <a:t>Critérios de aceitação</a:t>
            </a:r>
            <a:endParaRPr sz="2400" b="0" i="0" u="none">
              <a:solidFill>
                <a:schemeClr val="tx1"/>
              </a:solidFill>
              <a:latin typeface="Century Gothic"/>
              <a:ea typeface="Century Gothic"/>
              <a:cs typeface="Century Gothic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pt-PT" sz="2400" b="0" i="0" u="none" strike="noStrike" cap="none" spc="0">
                <a:solidFill>
                  <a:schemeClr val="tx1"/>
                </a:solidFill>
                <a:latin typeface="Century Gothic"/>
                <a:ea typeface="Arial"/>
                <a:cs typeface="Arial"/>
              </a:rPr>
              <a:t>User</a:t>
            </a:r>
            <a:r>
              <a:rPr lang="pt-PT" sz="2400" b="0" i="0" u="none" strike="noStrike" cap="none" spc="0">
                <a:solidFill>
                  <a:schemeClr val="tx1"/>
                </a:solidFill>
                <a:latin typeface="Century Gothic"/>
                <a:ea typeface="Arial"/>
                <a:cs typeface="Arial"/>
              </a:rPr>
              <a:t> </a:t>
            </a:r>
            <a:r>
              <a:rPr lang="pt-PT" sz="2400" b="0" i="0" u="none" strike="noStrike" cap="none" spc="0">
                <a:solidFill>
                  <a:schemeClr val="tx1"/>
                </a:solidFill>
                <a:latin typeface="Century Gothic"/>
                <a:ea typeface="Arial"/>
                <a:cs typeface="Arial"/>
              </a:rPr>
              <a:t>stories</a:t>
            </a:r>
            <a:endParaRPr sz="2400" b="0" u="none">
              <a:solidFill>
                <a:schemeClr val="tx1"/>
              </a:solidFill>
              <a:latin typeface="Century Gothic"/>
              <a:ea typeface="Century Gothic"/>
              <a:cs typeface="Century Gothic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pt-PT" sz="2400" b="0" i="0" u="none" strike="noStrike" cap="none" spc="0">
                <a:solidFill>
                  <a:schemeClr val="tx1"/>
                </a:solidFill>
                <a:latin typeface="Century Gothic"/>
                <a:ea typeface="Century Gothic"/>
                <a:cs typeface="Century Gothic"/>
              </a:rPr>
              <a:t>Ambiente  - 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Century Gothic"/>
                <a:ea typeface="Century Gothic"/>
                <a:cs typeface="Century Gothic"/>
              </a:rPr>
              <a:t>Trello</a:t>
            </a:r>
            <a:endParaRPr sz="2400">
              <a:latin typeface="Century Gothic"/>
              <a:cs typeface="Century Gothic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pt-PT" sz="2400">
                <a:latin typeface="Century Gothic"/>
                <a:ea typeface="Century Gothic"/>
                <a:cs typeface="Century Gothic"/>
              </a:rPr>
              <a:t>Ambiente  - GitHub</a:t>
            </a:r>
            <a:endParaRPr>
              <a:latin typeface="Century Gothic"/>
              <a:cs typeface="Century Gothi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711138" name="CaixaDeTexto 4"/>
          <p:cNvSpPr txBox="1"/>
          <p:nvPr/>
        </p:nvSpPr>
        <p:spPr bwMode="auto">
          <a:xfrm>
            <a:off x="3390900" y="2590800"/>
            <a:ext cx="75946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PT" sz="2800" b="1"/>
              <a:t>Sistema de gestão académica</a:t>
            </a:r>
            <a:endParaRPr/>
          </a:p>
          <a:p>
            <a:pPr>
              <a:defRPr/>
            </a:pPr>
            <a:r>
              <a:rPr lang="pt-PT" sz="2800" b="1"/>
              <a:t> para o centro de 	explicação </a:t>
            </a:r>
            <a:endParaRPr/>
          </a:p>
          <a:p>
            <a:pPr>
              <a:defRPr/>
            </a:pPr>
            <a:r>
              <a:rPr lang="pt-PT" sz="2800" b="1"/>
              <a:t>		do ensino primário</a:t>
            </a:r>
            <a:endParaRPr lang="pt-PT"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8355024" name="CaixaDeTexto 3"/>
          <p:cNvSpPr txBox="1"/>
          <p:nvPr/>
        </p:nvSpPr>
        <p:spPr bwMode="auto">
          <a:xfrm>
            <a:off x="330201" y="1678005"/>
            <a:ext cx="11266337" cy="823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PT" sz="2400"/>
              <a:t>O público-alvo deste sistema será constituído pelos explicadores,</a:t>
            </a:r>
            <a:endParaRPr/>
          </a:p>
          <a:p>
            <a:pPr>
              <a:defRPr/>
            </a:pPr>
            <a:r>
              <a:rPr lang="pt-PT" sz="2400"/>
              <a:t> funcionário administrativo, pelo administrador do centro</a:t>
            </a:r>
            <a:endParaRPr/>
          </a:p>
        </p:txBody>
      </p:sp>
      <p:sp>
        <p:nvSpPr>
          <p:cNvPr id="1486304834" name="CaixaDeTexto 4"/>
          <p:cNvSpPr txBox="1"/>
          <p:nvPr/>
        </p:nvSpPr>
        <p:spPr bwMode="auto">
          <a:xfrm>
            <a:off x="431799" y="723899"/>
            <a:ext cx="38227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PT" sz="2800" b="1"/>
              <a:t>Público-alvo</a:t>
            </a:r>
            <a:endParaRPr lang="pt-PT" sz="2800"/>
          </a:p>
          <a:p>
            <a:pPr>
              <a:defRPr/>
            </a:pPr>
            <a:endParaRPr lang="pt-PT"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8199572" name="CaixaDeTexto 1"/>
          <p:cNvSpPr txBox="1"/>
          <p:nvPr/>
        </p:nvSpPr>
        <p:spPr bwMode="auto">
          <a:xfrm>
            <a:off x="1350964" y="1066800"/>
            <a:ext cx="29899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pt-PT" sz="2400" b="1"/>
              <a:t>Valores/benefícios</a:t>
            </a:r>
            <a:endParaRPr/>
          </a:p>
        </p:txBody>
      </p:sp>
      <p:sp>
        <p:nvSpPr>
          <p:cNvPr id="51671929" name="CaixaDeTexto 2"/>
          <p:cNvSpPr txBox="1"/>
          <p:nvPr/>
        </p:nvSpPr>
        <p:spPr bwMode="auto">
          <a:xfrm>
            <a:off x="1282700" y="1841500"/>
            <a:ext cx="764183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pt-PT" sz="2400"/>
              <a:t>Melhor organização do centro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pt-PT" sz="2400"/>
              <a:t>Gestão automática de horários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pt-PT" sz="2400"/>
              <a:t>Controle de pagamentos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pt-PT" sz="2400"/>
              <a:t>Acompanhamento do desempenho dos alunos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pt-PT" sz="2400"/>
              <a:t>Economia de tempo e redução de erros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pt-PT" sz="2400"/>
              <a:t>Crescimento do centro de explicação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187333" name="CaixaDeTexto 2"/>
          <p:cNvSpPr txBox="1"/>
          <p:nvPr/>
        </p:nvSpPr>
        <p:spPr bwMode="auto">
          <a:xfrm>
            <a:off x="1028700" y="1282700"/>
            <a:ext cx="274947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pt-PT" sz="2400" b="1"/>
              <a:t>Problematização</a:t>
            </a:r>
            <a:endParaRPr/>
          </a:p>
          <a:p>
            <a:pPr>
              <a:defRPr/>
            </a:pPr>
            <a:endParaRPr lang="pt-PT"/>
          </a:p>
        </p:txBody>
      </p:sp>
      <p:sp>
        <p:nvSpPr>
          <p:cNvPr id="587964072" name="CaixaDeTexto 3"/>
          <p:cNvSpPr txBox="1"/>
          <p:nvPr/>
        </p:nvSpPr>
        <p:spPr bwMode="auto">
          <a:xfrm>
            <a:off x="1028700" y="2122963"/>
            <a:ext cx="6415299" cy="2286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PT" sz="2400" b="1"/>
              <a:t>Limites do sistema</a:t>
            </a:r>
            <a:endParaRPr lang="pt-PT" sz="2400"/>
          </a:p>
          <a:p>
            <a:pPr marL="285750" lvl="0" indent="-285750">
              <a:buFont typeface="Arial"/>
              <a:buChar char="•"/>
              <a:defRPr/>
            </a:pPr>
            <a:r>
              <a:rPr lang="pt-PT" sz="2400"/>
              <a:t>Registo de alunos</a:t>
            </a:r>
            <a:endParaRPr/>
          </a:p>
          <a:p>
            <a:pPr marL="285750" lvl="0" indent="-285750">
              <a:buFont typeface="Arial"/>
              <a:buChar char="•"/>
              <a:defRPr/>
            </a:pPr>
            <a:r>
              <a:rPr lang="pt-PT" sz="2400"/>
              <a:t>Registo de </a:t>
            </a:r>
            <a:r>
              <a:rPr lang="pt-PT" sz="24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explicadores</a:t>
            </a:r>
            <a:endParaRPr/>
          </a:p>
          <a:p>
            <a:pPr marL="285750" lvl="0" indent="-285750">
              <a:buFont typeface="Arial"/>
              <a:buChar char="•"/>
              <a:defRPr/>
            </a:pPr>
            <a:r>
              <a:rPr lang="pt-PT" sz="2400"/>
              <a:t>Registo de turmas</a:t>
            </a:r>
            <a:endParaRPr/>
          </a:p>
          <a:p>
            <a:pPr marL="285750" lvl="0" indent="-285750">
              <a:buFont typeface="Arial"/>
              <a:buChar char="•"/>
              <a:defRPr/>
            </a:pPr>
            <a:r>
              <a:rPr lang="pt-PT" sz="2400"/>
              <a:t>Registo de avaliações</a:t>
            </a:r>
            <a:endParaRPr/>
          </a:p>
          <a:p>
            <a:pPr marL="285750" lvl="0" indent="-285750">
              <a:buFont typeface="Arial"/>
              <a:buChar char="•"/>
              <a:defRPr/>
            </a:pPr>
            <a:r>
              <a:rPr lang="pt-PT" sz="2400"/>
              <a:t>Gestão de mensalidade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9143646" name="CaixaDeTexto 1"/>
          <p:cNvSpPr txBox="1"/>
          <p:nvPr/>
        </p:nvSpPr>
        <p:spPr bwMode="auto">
          <a:xfrm>
            <a:off x="1447800" y="2367171"/>
            <a:ext cx="5811206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pt-PT" sz="2400" b="1"/>
              <a:t>Fora de limites</a:t>
            </a:r>
            <a:endParaRPr lang="pt-PT" sz="2400"/>
          </a:p>
          <a:p>
            <a:pPr marL="285750" lvl="0" indent="-285750">
              <a:buFont typeface="Arial"/>
              <a:buChar char="•"/>
              <a:defRPr/>
            </a:pPr>
            <a:r>
              <a:rPr lang="pt-PT" sz="2400"/>
              <a:t>Elaboração de conteúdo das aulas</a:t>
            </a:r>
            <a:endParaRPr/>
          </a:p>
          <a:p>
            <a:pPr marL="285750" lvl="0" indent="-285750">
              <a:buFont typeface="Arial"/>
              <a:buChar char="•"/>
              <a:defRPr/>
            </a:pPr>
            <a:r>
              <a:rPr lang="pt-PT" sz="2400"/>
              <a:t>As aulas serão presenciais</a:t>
            </a:r>
            <a:endParaRPr/>
          </a:p>
          <a:p>
            <a:pPr marL="285750" lvl="0" indent="-285750">
              <a:buFont typeface="Arial"/>
              <a:buChar char="•"/>
              <a:defRPr/>
            </a:pPr>
            <a:r>
              <a:rPr lang="pt-PT" sz="2400"/>
              <a:t>Pagamentos físicos</a:t>
            </a:r>
            <a:endParaRPr/>
          </a:p>
          <a:p>
            <a:pPr>
              <a:defRPr/>
            </a:pPr>
            <a:r>
              <a:rPr lang="pt-PT" b="1"/>
              <a:t> </a:t>
            </a:r>
            <a:endParaRPr lang="pt-PT"/>
          </a:p>
          <a:p>
            <a:pPr>
              <a:defRPr/>
            </a:pPr>
            <a:endParaRPr lang="pt-PT"/>
          </a:p>
        </p:txBody>
      </p:sp>
      <p:sp>
        <p:nvSpPr>
          <p:cNvPr id="1602271980" name="CaixaDeTexto 3"/>
          <p:cNvSpPr txBox="1"/>
          <p:nvPr/>
        </p:nvSpPr>
        <p:spPr bwMode="auto">
          <a:xfrm>
            <a:off x="1397000" y="1054100"/>
            <a:ext cx="3179075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pt-PT" sz="2800"/>
              <a:t>Problematização</a:t>
            </a:r>
            <a:endParaRPr/>
          </a:p>
          <a:p>
            <a:pPr>
              <a:defRPr/>
            </a:pPr>
            <a:endParaRPr lang="pt-PT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43293" name="CaixaDeTexto 1"/>
          <p:cNvSpPr txBox="1"/>
          <p:nvPr/>
        </p:nvSpPr>
        <p:spPr bwMode="auto">
          <a:xfrm>
            <a:off x="1295400" y="762000"/>
            <a:ext cx="210506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pt-PT" sz="2400" b="1"/>
              <a:t>Stakeholders</a:t>
            </a:r>
            <a:endParaRPr lang="pt-PT" sz="2400"/>
          </a:p>
          <a:p>
            <a:pPr>
              <a:defRPr/>
            </a:pPr>
            <a:endParaRPr lang="pt-PT"/>
          </a:p>
        </p:txBody>
      </p:sp>
      <p:sp>
        <p:nvSpPr>
          <p:cNvPr id="1729353217" name="CaixaDeTexto 2"/>
          <p:cNvSpPr txBox="1"/>
          <p:nvPr/>
        </p:nvSpPr>
        <p:spPr bwMode="auto">
          <a:xfrm>
            <a:off x="1409699" y="1777999"/>
            <a:ext cx="4509939" cy="1829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PT" sz="2400" b="1"/>
              <a:t>Primários</a:t>
            </a:r>
            <a:endParaRPr lang="pt-PT" sz="2400"/>
          </a:p>
          <a:p>
            <a:pPr marL="285750" lvl="0" indent="-285750"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Century Gothic"/>
                <a:ea typeface="Arial"/>
                <a:cs typeface="Arial"/>
              </a:rPr>
              <a:t>E</a:t>
            </a:r>
            <a:r>
              <a:rPr lang="pt-PT" sz="24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xplicadores,</a:t>
            </a:r>
            <a:endParaRPr/>
          </a:p>
          <a:p>
            <a:pPr marL="285750" lvl="0" indent="-285750">
              <a:buFont typeface="Arial"/>
              <a:buChar char="•"/>
              <a:defRPr/>
            </a:pPr>
            <a:r>
              <a:rPr lang="pt-PT" sz="2400"/>
              <a:t>Funcionário administrativo</a:t>
            </a:r>
            <a:endParaRPr/>
          </a:p>
          <a:p>
            <a:pPr marL="285750" lvl="0" indent="-285750">
              <a:buFont typeface="Arial"/>
              <a:buChar char="•"/>
              <a:defRPr/>
            </a:pPr>
            <a:r>
              <a:rPr lang="pt-PT" sz="2400"/>
              <a:t>Administrador do centro</a:t>
            </a:r>
            <a:endParaRPr/>
          </a:p>
          <a:p>
            <a:pPr>
              <a:defRPr/>
            </a:pPr>
            <a:endParaRPr lang="pt-PT"/>
          </a:p>
        </p:txBody>
      </p:sp>
      <p:sp>
        <p:nvSpPr>
          <p:cNvPr id="724460005" name="CaixaDeTexto 3"/>
          <p:cNvSpPr txBox="1"/>
          <p:nvPr/>
        </p:nvSpPr>
        <p:spPr bwMode="auto">
          <a:xfrm>
            <a:off x="1409700" y="3429000"/>
            <a:ext cx="47724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pt-PT" sz="2400" b="1"/>
              <a:t>Secundários</a:t>
            </a:r>
            <a:endParaRPr lang="pt-PT" sz="2400"/>
          </a:p>
          <a:p>
            <a:pPr marL="285750" lvl="0" indent="-285750">
              <a:buFont typeface="Arial"/>
              <a:buChar char="•"/>
              <a:defRPr/>
            </a:pPr>
            <a:r>
              <a:rPr lang="pt-PT" sz="2400"/>
              <a:t>Encarregados de educação</a:t>
            </a:r>
            <a:endParaRPr/>
          </a:p>
          <a:p>
            <a:pPr marL="285750" lvl="0" indent="-285750">
              <a:buFont typeface="Arial"/>
              <a:buChar char="•"/>
              <a:defRPr/>
            </a:pPr>
            <a:r>
              <a:rPr lang="pt-PT" sz="2400"/>
              <a:t>Alunos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9635620" name="CaixaDeTexto 1"/>
          <p:cNvSpPr txBox="1"/>
          <p:nvPr/>
        </p:nvSpPr>
        <p:spPr bwMode="auto">
          <a:xfrm>
            <a:off x="876299" y="783798"/>
            <a:ext cx="210506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pt-PT" sz="2400" b="1"/>
              <a:t>Stakeholders</a:t>
            </a:r>
            <a:endParaRPr lang="pt-PT" sz="2400"/>
          </a:p>
          <a:p>
            <a:pPr>
              <a:defRPr/>
            </a:pPr>
            <a:endParaRPr lang="pt-PT"/>
          </a:p>
        </p:txBody>
      </p:sp>
      <p:sp>
        <p:nvSpPr>
          <p:cNvPr id="1550707145" name="CaixaDeTexto 2"/>
          <p:cNvSpPr txBox="1"/>
          <p:nvPr/>
        </p:nvSpPr>
        <p:spPr bwMode="auto">
          <a:xfrm>
            <a:off x="876299" y="1206500"/>
            <a:ext cx="362951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pt-PT" sz="2400" b="1"/>
              <a:t>Dores dos </a:t>
            </a:r>
            <a:r>
              <a:rPr lang="pt-PT" sz="2400" b="1"/>
              <a:t>stakeholders</a:t>
            </a:r>
            <a:endParaRPr lang="pt-PT" sz="2400"/>
          </a:p>
          <a:p>
            <a:pPr>
              <a:defRPr/>
            </a:pPr>
            <a:endParaRPr lang="pt-PT"/>
          </a:p>
        </p:txBody>
      </p:sp>
      <p:sp>
        <p:nvSpPr>
          <p:cNvPr id="1783295076" name="CaixaDeTexto 3"/>
          <p:cNvSpPr txBox="1"/>
          <p:nvPr/>
        </p:nvSpPr>
        <p:spPr bwMode="auto">
          <a:xfrm>
            <a:off x="1003299" y="2044699"/>
            <a:ext cx="8348412" cy="14634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Century Gothic"/>
                <a:ea typeface="Arial"/>
                <a:cs typeface="Arial"/>
              </a:rPr>
              <a:t>E</a:t>
            </a:r>
            <a:r>
              <a:rPr lang="pt-PT" sz="24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xplicadores,</a:t>
            </a:r>
            <a:endParaRPr lang="pt-PT" sz="2400"/>
          </a:p>
          <a:p>
            <a:pPr marL="285750" indent="-285750">
              <a:buFont typeface="Arial"/>
              <a:buChar char="•"/>
              <a:defRPr/>
            </a:pPr>
            <a:r>
              <a:rPr lang="pt-PT" sz="2400"/>
              <a:t>Gerenciar presenças, agendas de aulas, notas dos alunos 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 sz="2400"/>
              <a:t>A</a:t>
            </a:r>
            <a:r>
              <a:rPr lang="pt-PT" sz="2400"/>
              <a:t>companhar o desempenhos dos alunos</a:t>
            </a:r>
            <a:r>
              <a:rPr lang="pt-PT"/>
              <a:t>.</a:t>
            </a:r>
            <a:endParaRPr/>
          </a:p>
          <a:p>
            <a:pPr>
              <a:defRPr/>
            </a:pPr>
            <a:endParaRPr lang="pt-PT"/>
          </a:p>
        </p:txBody>
      </p:sp>
      <p:sp>
        <p:nvSpPr>
          <p:cNvPr id="2072101371" name="CaixaDeTexto 4"/>
          <p:cNvSpPr txBox="1"/>
          <p:nvPr/>
        </p:nvSpPr>
        <p:spPr bwMode="auto">
          <a:xfrm>
            <a:off x="1143000" y="3429000"/>
            <a:ext cx="61061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pt-PT" sz="2400" b="1"/>
              <a:t>Administrador</a:t>
            </a:r>
            <a:endParaRPr lang="pt-PT" sz="2400"/>
          </a:p>
          <a:p>
            <a:pPr marL="285750" indent="-285750">
              <a:buFont typeface="Arial"/>
              <a:buChar char="•"/>
              <a:defRPr/>
            </a:pPr>
            <a:r>
              <a:rPr lang="pt-PT" sz="2400"/>
              <a:t>Gerir e controlar dados académicos  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pt-PT" sz="2400"/>
              <a:t>administrativos do centro.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3912437" name="CaixaDeTexto 1"/>
          <p:cNvSpPr txBox="1"/>
          <p:nvPr/>
        </p:nvSpPr>
        <p:spPr bwMode="auto">
          <a:xfrm>
            <a:off x="660400" y="806441"/>
            <a:ext cx="27558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pt-PT" sz="2400" b="1"/>
              <a:t>Requisitos iniciais</a:t>
            </a:r>
            <a:endParaRPr/>
          </a:p>
        </p:txBody>
      </p:sp>
      <p:sp>
        <p:nvSpPr>
          <p:cNvPr id="1052196335" name="Rectangle 1"/>
          <p:cNvSpPr>
            <a:spLocks noChangeArrowheads="1"/>
          </p:cNvSpPr>
          <p:nvPr/>
        </p:nvSpPr>
        <p:spPr bwMode="auto">
          <a:xfrm>
            <a:off x="660399" y="1788521"/>
            <a:ext cx="7092903" cy="292643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/>
            <a:spAutoFit/>
          </a:bodyPr>
          <a:lstStyle/>
          <a:p>
            <a:pPr marL="285750" marR="0" lvl="0" indent="-28575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endParaRPr lang="en-US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  <a:p>
            <a:pPr marL="285750" indent="-285750" defTabSz="91440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2400">
                <a:latin typeface="Arial"/>
              </a:rPr>
              <a:t>O sistema deve permitir </a:t>
            </a:r>
            <a:r>
              <a:rPr lang="en-US" sz="2400">
                <a:latin typeface="Arial"/>
              </a:rPr>
              <a:t>regi</a:t>
            </a:r>
            <a:r>
              <a:rPr sz="2400">
                <a:latin typeface="Arial"/>
              </a:rPr>
              <a:t>stro de alunos.</a:t>
            </a:r>
            <a:endParaRPr lang="en-US" sz="2400">
              <a:latin typeface="Arial"/>
            </a:endParaRPr>
          </a:p>
          <a:p>
            <a:pPr marL="285750" marR="0" lvl="0" indent="-28575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sz="24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O sistema deve permitir </a:t>
            </a:r>
            <a:r>
              <a:rPr lang="en-US" sz="24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regi</a:t>
            </a:r>
            <a:r>
              <a:rPr sz="24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stro de </a:t>
            </a:r>
            <a:r>
              <a:rPr lang="pt-PT" sz="24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explicadores</a:t>
            </a:r>
            <a:r>
              <a:rPr sz="24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.</a:t>
            </a:r>
            <a:endParaRPr/>
          </a:p>
          <a:p>
            <a:pPr marL="285750" marR="0" lvl="0" indent="-28575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sz="24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O sistema deve registrar disciplinas.</a:t>
            </a:r>
            <a:endParaRPr/>
          </a:p>
          <a:p>
            <a:pPr marL="285750" marR="0" lvl="0" indent="-28575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sz="24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O sistema deve gerir horários de explicações.</a:t>
            </a:r>
            <a:endParaRPr/>
          </a:p>
          <a:p>
            <a:pPr marL="285750" marR="0" lvl="0" indent="-28575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sz="24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O sistema deve controlar presenças.</a:t>
            </a:r>
            <a:endParaRPr/>
          </a:p>
          <a:p>
            <a:pPr marL="285750" marR="0" lvl="0" indent="-28575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sz="24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O sistema deve registrar pagamentos.</a:t>
            </a:r>
            <a:endParaRPr/>
          </a:p>
          <a:p>
            <a:pPr marL="285750" marR="0" lvl="0" indent="-28575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sz="24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O sistema deve gerar relatórios</a:t>
            </a:r>
            <a:r>
              <a:rPr lang="en-US" sz="24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.</a:t>
            </a:r>
            <a:endParaRPr sz="24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265581" name="CaixaDeTexto 1"/>
          <p:cNvSpPr txBox="1"/>
          <p:nvPr/>
        </p:nvSpPr>
        <p:spPr bwMode="auto">
          <a:xfrm>
            <a:off x="762000" y="546100"/>
            <a:ext cx="182614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pt-PT" sz="2400" b="1"/>
              <a:t>User</a:t>
            </a:r>
            <a:r>
              <a:rPr lang="pt-PT" sz="2400" b="1"/>
              <a:t> </a:t>
            </a:r>
            <a:r>
              <a:rPr lang="pt-PT" sz="2400" b="1"/>
              <a:t>stories</a:t>
            </a:r>
            <a:endParaRPr sz="2400"/>
          </a:p>
          <a:p>
            <a:pPr>
              <a:defRPr/>
            </a:pPr>
            <a:endParaRPr lang="pt-PT"/>
          </a:p>
        </p:txBody>
      </p:sp>
      <p:sp>
        <p:nvSpPr>
          <p:cNvPr id="41616782" name="CaixaDeTexto 2"/>
          <p:cNvSpPr txBox="1"/>
          <p:nvPr/>
        </p:nvSpPr>
        <p:spPr bwMode="auto">
          <a:xfrm flipH="0" flipV="0">
            <a:off x="380999" y="1146497"/>
            <a:ext cx="10797879" cy="411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PT" sz="2400" b="1">
                <a:solidFill>
                  <a:schemeClr val="tx1"/>
                </a:solidFill>
                <a:latin typeface="Century Gothic"/>
                <a:ea typeface="Century Gothic"/>
                <a:cs typeface="Century Gothic"/>
              </a:rPr>
              <a:t>1. Funcionário administrativo</a:t>
            </a:r>
            <a:br>
              <a:rPr lang="pt-PT" sz="2400">
                <a:solidFill>
                  <a:schemeClr val="tx1"/>
                </a:solidFill>
                <a:latin typeface="Century Gothic"/>
                <a:ea typeface="Century Gothic"/>
                <a:cs typeface="Century Gothic"/>
              </a:rPr>
            </a:br>
            <a:r>
              <a:rPr lang="pt-PT" sz="2400">
                <a:solidFill>
                  <a:schemeClr val="tx1"/>
                </a:solidFill>
                <a:latin typeface="Century Gothic"/>
                <a:ea typeface="Century Gothic"/>
                <a:cs typeface="Century Gothic"/>
              </a:rPr>
              <a:t>Como funcionário administrativo, quero registar novos alunos no sistema, para organizar e manter os dados dos alunos do centro de explicação.</a:t>
            </a:r>
            <a:endParaRPr sz="2400">
              <a:solidFill>
                <a:schemeClr val="tx1"/>
              </a:solidFill>
              <a:latin typeface="Century Gothic"/>
              <a:cs typeface="Century Gothic"/>
            </a:endParaRPr>
          </a:p>
          <a:p>
            <a:pPr>
              <a:defRPr/>
            </a:pPr>
            <a:endParaRPr sz="2400">
              <a:solidFill>
                <a:schemeClr val="tx1"/>
              </a:solidFill>
              <a:latin typeface="Century Gothic"/>
              <a:cs typeface="Century Gothic"/>
            </a:endParaRPr>
          </a:p>
          <a:p>
            <a:pPr>
              <a:defRPr/>
            </a:pPr>
            <a:r>
              <a:rPr sz="2400" b="1" i="0" u="none">
                <a:solidFill>
                  <a:schemeClr val="tx1"/>
                </a:solidFill>
                <a:latin typeface="Century Gothic"/>
                <a:ea typeface="Century Gothic"/>
                <a:cs typeface="Century Gothic"/>
              </a:rPr>
              <a:t>Critérios de aceitação</a:t>
            </a:r>
            <a:endParaRPr sz="2400">
              <a:solidFill>
                <a:schemeClr val="tx1"/>
              </a:solidFill>
              <a:latin typeface="Century Gothic"/>
              <a:cs typeface="Century Gothic"/>
            </a:endParaRPr>
          </a:p>
          <a:p>
            <a:pPr>
              <a:defRPr/>
            </a:pPr>
            <a:r>
              <a:rPr sz="2400" b="0" i="0" u="none">
                <a:solidFill>
                  <a:schemeClr val="tx1"/>
                </a:solidFill>
                <a:latin typeface="Century Gothic"/>
                <a:ea typeface="Century Gothic"/>
                <a:cs typeface="Century Gothic"/>
              </a:rPr>
              <a:t>O Sistema  deve  permitir inserir nome do aluno, idade, classe e contacto do encarregado de educação.</a:t>
            </a:r>
            <a:endParaRPr sz="2400">
              <a:solidFill>
                <a:schemeClr val="tx1"/>
              </a:solidFill>
              <a:latin typeface="Century Gothic"/>
              <a:cs typeface="Century Gothic"/>
            </a:endParaRPr>
          </a:p>
          <a:p>
            <a:pPr>
              <a:defRPr/>
            </a:pPr>
            <a:r>
              <a:rPr sz="2400" b="0" i="0" u="none">
                <a:solidFill>
                  <a:schemeClr val="tx1"/>
                </a:solidFill>
                <a:latin typeface="Century Gothic"/>
                <a:ea typeface="Century Gothic"/>
                <a:cs typeface="Century Gothic"/>
              </a:rPr>
              <a:t>O sistema deve  guardar os dados do aluno na base de dados.</a:t>
            </a:r>
            <a:endParaRPr sz="2400">
              <a:solidFill>
                <a:schemeClr val="tx1"/>
              </a:solidFill>
              <a:latin typeface="Century Gothic"/>
              <a:cs typeface="Century Gothic"/>
            </a:endParaRPr>
          </a:p>
          <a:p>
            <a:pPr>
              <a:defRPr/>
            </a:pPr>
            <a:r>
              <a:rPr sz="2400" b="0" i="0" u="none">
                <a:solidFill>
                  <a:schemeClr val="tx1"/>
                </a:solidFill>
                <a:latin typeface="Century Gothic"/>
                <a:ea typeface="Century Gothic"/>
                <a:cs typeface="Century Gothic"/>
              </a:rPr>
              <a:t>O sistema  deve confirmar quando o registo for feito com sucesso.</a:t>
            </a:r>
            <a:endParaRPr sz="2400">
              <a:solidFill>
                <a:schemeClr val="tx1"/>
              </a:solidFill>
              <a:latin typeface="Century Gothic"/>
              <a:cs typeface="Century Gothic"/>
            </a:endParaRPr>
          </a:p>
          <a:p>
            <a:pPr>
              <a:defRPr/>
            </a:pPr>
            <a:r>
              <a:rPr sz="2400" b="0" i="0" u="none">
                <a:solidFill>
                  <a:schemeClr val="tx1"/>
                </a:solidFill>
                <a:latin typeface="Century Gothic"/>
                <a:ea typeface="Century Gothic"/>
                <a:cs typeface="Century Gothic"/>
              </a:rPr>
              <a:t>O sistema  não deve permitir registos com campos obrigatórios vazios.</a:t>
            </a:r>
            <a:endParaRPr lang="pt-PT" sz="2400">
              <a:solidFill>
                <a:schemeClr val="tx1"/>
              </a:solidFill>
              <a:latin typeface="Century Gothic"/>
              <a:ea typeface="Century Gothic"/>
              <a:cs typeface="Century Gothic"/>
            </a:endParaRPr>
          </a:p>
          <a:p>
            <a:pPr>
              <a:defRPr/>
            </a:pPr>
            <a:endParaRPr sz="2400">
              <a:solidFill>
                <a:schemeClr val="tx1"/>
              </a:solidFill>
              <a:latin typeface="Century Gothic"/>
              <a:cs typeface="Century Gothi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855911" name="CaixaDeTexto 3"/>
          <p:cNvSpPr txBox="1"/>
          <p:nvPr/>
        </p:nvSpPr>
        <p:spPr bwMode="auto">
          <a:xfrm>
            <a:off x="380999" y="719739"/>
            <a:ext cx="10367519" cy="4480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PT" sz="2400" b="1">
                <a:solidFill>
                  <a:schemeClr val="tx1"/>
                </a:solidFill>
                <a:latin typeface="Century Gothic"/>
                <a:ea typeface="Century Gothic"/>
                <a:cs typeface="Century Gothic"/>
              </a:rPr>
              <a:t>2. Administrador</a:t>
            </a:r>
            <a:br>
              <a:rPr lang="pt-PT" sz="2400">
                <a:solidFill>
                  <a:schemeClr val="tx1"/>
                </a:solidFill>
                <a:latin typeface="Century Gothic"/>
                <a:ea typeface="Century Gothic"/>
                <a:cs typeface="Century Gothic"/>
              </a:rPr>
            </a:br>
            <a:r>
              <a:rPr lang="pt-PT" sz="2400">
                <a:solidFill>
                  <a:schemeClr val="tx1"/>
                </a:solidFill>
                <a:latin typeface="Century Gothic"/>
                <a:ea typeface="Century Gothic"/>
                <a:cs typeface="Century Gothic"/>
              </a:rPr>
              <a:t>Como administrador, quero criar e gerir turmas, para organizar os alunos de acordo com a classe ou disciplina.</a:t>
            </a:r>
            <a:endParaRPr sz="2400">
              <a:solidFill>
                <a:schemeClr val="tx1"/>
              </a:solidFill>
              <a:latin typeface="Century Gothic"/>
              <a:cs typeface="Century Gothic"/>
            </a:endParaRPr>
          </a:p>
          <a:p>
            <a:pPr>
              <a:defRPr/>
            </a:pPr>
            <a:endParaRPr sz="2400">
              <a:solidFill>
                <a:schemeClr val="tx1"/>
              </a:solidFill>
              <a:latin typeface="Century Gothic"/>
              <a:cs typeface="Century Gothic"/>
            </a:endParaRPr>
          </a:p>
          <a:p>
            <a:pPr>
              <a:defRPr/>
            </a:pPr>
            <a:r>
              <a:rPr sz="2400" b="1" i="0" u="none">
                <a:solidFill>
                  <a:schemeClr val="tx1"/>
                </a:solidFill>
                <a:latin typeface="Century Gothic"/>
                <a:ea typeface="Century Gothic"/>
                <a:cs typeface="Century Gothic"/>
              </a:rPr>
              <a:t>Critérios de aceitação</a:t>
            </a:r>
            <a:endParaRPr sz="2400">
              <a:solidFill>
                <a:schemeClr val="tx1"/>
              </a:solidFill>
              <a:latin typeface="Century Gothic"/>
              <a:cs typeface="Century Gothic"/>
            </a:endParaRPr>
          </a:p>
          <a:p>
            <a:pPr>
              <a:defRPr/>
            </a:pPr>
            <a:r>
              <a:rPr sz="2400" b="0" i="0" u="none">
                <a:solidFill>
                  <a:schemeClr val="tx1"/>
                </a:solidFill>
                <a:latin typeface="Century Gothic"/>
                <a:ea typeface="Century Gothic"/>
                <a:cs typeface="Century Gothic"/>
              </a:rPr>
              <a:t>O sistema  deve permitir criar uma turma com nome ou classe.</a:t>
            </a:r>
            <a:endParaRPr sz="2400">
              <a:solidFill>
                <a:schemeClr val="tx1"/>
              </a:solidFill>
              <a:latin typeface="Century Gothic"/>
              <a:cs typeface="Century Gothic"/>
            </a:endParaRPr>
          </a:p>
          <a:p>
            <a:pPr>
              <a:defRPr/>
            </a:pPr>
            <a:r>
              <a:rPr sz="2400" b="0" i="0" u="none">
                <a:solidFill>
                  <a:schemeClr val="tx1"/>
                </a:solidFill>
                <a:latin typeface="Century Gothic"/>
                <a:ea typeface="Century Gothic"/>
                <a:cs typeface="Century Gothic"/>
              </a:rPr>
              <a:t>O Sistema  deve permitir associar alunos a uma turma.</a:t>
            </a:r>
            <a:endParaRPr sz="2400">
              <a:solidFill>
                <a:schemeClr val="tx1"/>
              </a:solidFill>
              <a:latin typeface="Century Gothic"/>
              <a:cs typeface="Century Gothic"/>
            </a:endParaRPr>
          </a:p>
          <a:p>
            <a:pPr>
              <a:defRPr/>
            </a:pPr>
            <a:r>
              <a:rPr sz="2400" b="0" i="0" u="none">
                <a:solidFill>
                  <a:schemeClr val="tx1"/>
                </a:solidFill>
                <a:latin typeface="Century Gothic"/>
                <a:ea typeface="Century Gothic"/>
                <a:cs typeface="Century Gothic"/>
              </a:rPr>
              <a:t>O Sistema  deve  permitir consultar a lista de turmas existentes.</a:t>
            </a:r>
            <a:endParaRPr sz="2400">
              <a:solidFill>
                <a:schemeClr val="tx1"/>
              </a:solidFill>
              <a:latin typeface="Century Gothic"/>
              <a:cs typeface="Century Gothic"/>
            </a:endParaRPr>
          </a:p>
          <a:p>
            <a:pPr>
              <a:defRPr/>
            </a:pPr>
            <a:r>
              <a:rPr sz="2400" b="0" i="0" u="none">
                <a:solidFill>
                  <a:schemeClr val="tx1"/>
                </a:solidFill>
                <a:latin typeface="Century Gothic"/>
                <a:ea typeface="Century Gothic"/>
                <a:cs typeface="Century Gothic"/>
              </a:rPr>
              <a:t>O sistema  deve permitir pesquisar um aluno pelo nome ou código.</a:t>
            </a:r>
            <a:endParaRPr sz="2400">
              <a:solidFill>
                <a:schemeClr val="tx1"/>
              </a:solidFill>
              <a:latin typeface="Century Gothic"/>
              <a:cs typeface="Century Gothic"/>
            </a:endParaRPr>
          </a:p>
          <a:p>
            <a:pPr>
              <a:defRPr/>
            </a:pPr>
            <a:r>
              <a:rPr sz="2400" b="0" i="0" u="none">
                <a:solidFill>
                  <a:schemeClr val="tx1"/>
                </a:solidFill>
                <a:latin typeface="Century Gothic"/>
                <a:ea typeface="Century Gothic"/>
                <a:cs typeface="Century Gothic"/>
              </a:rPr>
              <a:t>O Sistema  deve  mostrar as notas  e presenças  do aluno.</a:t>
            </a:r>
            <a:endParaRPr sz="2400">
              <a:solidFill>
                <a:schemeClr val="tx1"/>
              </a:solidFill>
              <a:latin typeface="Century Gothic"/>
              <a:cs typeface="Century Gothic"/>
            </a:endParaRPr>
          </a:p>
          <a:p>
            <a:pPr>
              <a:defRPr/>
            </a:pPr>
            <a:r>
              <a:rPr sz="2400" b="0" i="0" u="none">
                <a:solidFill>
                  <a:schemeClr val="tx1"/>
                </a:solidFill>
                <a:latin typeface="Century Gothic"/>
                <a:ea typeface="Century Gothic"/>
                <a:cs typeface="Century Gothic"/>
              </a:rPr>
              <a:t>O Sistema  deve  permitir visualizar os dados por turma ou disciplina.</a:t>
            </a:r>
            <a:endParaRPr sz="2400">
              <a:solidFill>
                <a:schemeClr val="tx1"/>
              </a:solidFill>
              <a:latin typeface="Century Gothic"/>
              <a:cs typeface="Century Gothic"/>
            </a:endParaRPr>
          </a:p>
          <a:p>
            <a:pPr>
              <a:defRPr/>
            </a:pPr>
            <a:endParaRPr sz="2400">
              <a:solidFill>
                <a:schemeClr val="tx1"/>
              </a:solidFill>
              <a:latin typeface="Century Gothic"/>
              <a:cs typeface="Century Gothic"/>
            </a:endParaRPr>
          </a:p>
        </p:txBody>
      </p:sp>
      <p:sp>
        <p:nvSpPr>
          <p:cNvPr id="1484330455" name=""/>
          <p:cNvSpPr txBox="1"/>
          <p:nvPr/>
        </p:nvSpPr>
        <p:spPr bwMode="auto">
          <a:xfrm rot="0" flipH="0" flipV="0">
            <a:off x="278604" y="281079"/>
            <a:ext cx="252201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b="0" i="0" u="none" strike="noStrike" cap="none" spc="0">
                <a:solidFill>
                  <a:schemeClr val="tx1"/>
                </a:solidFill>
                <a:highlight>
                  <a:srgbClr val="FF0000"/>
                </a:highlight>
                <a:latin typeface="Century Gothic"/>
                <a:ea typeface="Century Gothic"/>
                <a:cs typeface="Century Gothic"/>
              </a:rPr>
              <a:t>Cont...</a:t>
            </a:r>
            <a:endParaRPr sz="2400">
              <a:highlight>
                <a:srgbClr val="FF000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559370" name="CaixaDeTexto 4"/>
          <p:cNvSpPr txBox="1"/>
          <p:nvPr/>
        </p:nvSpPr>
        <p:spPr bwMode="auto">
          <a:xfrm>
            <a:off x="334910" y="1068352"/>
            <a:ext cx="10610618" cy="5212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PT" sz="2400" b="1">
                <a:solidFill>
                  <a:schemeClr val="tx1"/>
                </a:solidFill>
                <a:latin typeface="Century Gothic"/>
                <a:ea typeface="Century Gothic"/>
                <a:cs typeface="Century Gothic"/>
              </a:rPr>
              <a:t>3.</a:t>
            </a:r>
            <a:r>
              <a:rPr lang="pt-PT" sz="2400">
                <a:solidFill>
                  <a:schemeClr val="tx1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Century Gothic"/>
                <a:ea typeface="Century Gothic"/>
                <a:cs typeface="Century Gothic"/>
              </a:rPr>
              <a:t>E</a:t>
            </a:r>
            <a:r>
              <a:rPr lang="pt-PT" sz="2400" b="0" i="0" u="none" strike="noStrike" cap="none" spc="0">
                <a:solidFill>
                  <a:schemeClr val="tx1"/>
                </a:solidFill>
                <a:latin typeface="Century Gothic"/>
                <a:ea typeface="Century Gothic"/>
                <a:cs typeface="Century Gothic"/>
              </a:rPr>
              <a:t>xplicadores,</a:t>
            </a:r>
            <a:br>
              <a:rPr lang="pt-PT" sz="2400">
                <a:solidFill>
                  <a:schemeClr val="tx1"/>
                </a:solidFill>
                <a:latin typeface="Century Gothic"/>
                <a:ea typeface="Century Gothic"/>
                <a:cs typeface="Century Gothic"/>
              </a:rPr>
            </a:br>
            <a:r>
              <a:rPr lang="pt-PT" sz="2400">
                <a:solidFill>
                  <a:schemeClr val="tx1"/>
                </a:solidFill>
                <a:latin typeface="Century Gothic"/>
                <a:ea typeface="Century Gothic"/>
                <a:cs typeface="Century Gothic"/>
              </a:rPr>
              <a:t>Como professor, quero  registar a presença dos alunos nas aulas, para acompanhar a assiduidade dos alunos.</a:t>
            </a:r>
            <a:endParaRPr sz="2400">
              <a:solidFill>
                <a:schemeClr val="tx1"/>
              </a:solidFill>
              <a:latin typeface="Century Gothic"/>
              <a:cs typeface="Century Gothic"/>
            </a:endParaRPr>
          </a:p>
          <a:p>
            <a:pPr>
              <a:defRPr/>
            </a:pPr>
            <a:endParaRPr sz="2400">
              <a:solidFill>
                <a:schemeClr val="tx1"/>
              </a:solidFill>
              <a:latin typeface="Century Gothic"/>
              <a:cs typeface="Century Gothic"/>
            </a:endParaRPr>
          </a:p>
          <a:p>
            <a:pPr>
              <a:defRPr/>
            </a:pPr>
            <a:r>
              <a:rPr sz="2400" b="1" i="0" u="none">
                <a:solidFill>
                  <a:schemeClr val="tx1"/>
                </a:solidFill>
                <a:latin typeface="Century Gothic"/>
                <a:ea typeface="Century Gothic"/>
                <a:cs typeface="Century Gothic"/>
              </a:rPr>
              <a:t>Critérios de aceitação</a:t>
            </a:r>
            <a:endParaRPr sz="2400">
              <a:solidFill>
                <a:schemeClr val="tx1"/>
              </a:solidFill>
              <a:latin typeface="Century Gothic"/>
              <a:cs typeface="Century Gothic"/>
            </a:endParaRPr>
          </a:p>
          <a:p>
            <a:pPr>
              <a:defRPr/>
            </a:pPr>
            <a:r>
              <a:rPr sz="2400" b="0" i="0" u="none">
                <a:solidFill>
                  <a:schemeClr val="tx1"/>
                </a:solidFill>
                <a:latin typeface="Century Gothic"/>
                <a:ea typeface="Century Gothic"/>
                <a:cs typeface="Century Gothic"/>
              </a:rPr>
              <a:t>O sistema  deve mostrar a lista de alunos da turma.</a:t>
            </a:r>
            <a:endParaRPr sz="2400">
              <a:solidFill>
                <a:schemeClr val="tx1"/>
              </a:solidFill>
              <a:latin typeface="Century Gothic"/>
              <a:cs typeface="Century Gothic"/>
            </a:endParaRPr>
          </a:p>
          <a:p>
            <a:pPr>
              <a:defRPr/>
            </a:pPr>
            <a:r>
              <a:rPr sz="2400" b="0" i="0" u="none">
                <a:solidFill>
                  <a:schemeClr val="tx1"/>
                </a:solidFill>
                <a:latin typeface="Century Gothic"/>
                <a:ea typeface="Century Gothic"/>
                <a:cs typeface="Century Gothic"/>
              </a:rPr>
              <a:t>O professor deve  poder marcar presença ou ausência.</a:t>
            </a:r>
            <a:endParaRPr sz="2400">
              <a:solidFill>
                <a:schemeClr val="tx1"/>
              </a:solidFill>
              <a:latin typeface="Century Gothic"/>
              <a:cs typeface="Century Gothic"/>
            </a:endParaRPr>
          </a:p>
          <a:p>
            <a:pPr>
              <a:defRPr/>
            </a:pPr>
            <a:r>
              <a:rPr sz="2400" b="0" i="0" u="none">
                <a:solidFill>
                  <a:schemeClr val="tx1"/>
                </a:solidFill>
                <a:latin typeface="Century Gothic"/>
                <a:ea typeface="Century Gothic"/>
                <a:cs typeface="Century Gothic"/>
              </a:rPr>
              <a:t>O sistema deve  guardar as presenças registadas.</a:t>
            </a:r>
            <a:endParaRPr sz="2400">
              <a:solidFill>
                <a:schemeClr val="tx1"/>
              </a:solidFill>
              <a:latin typeface="Century Gothic"/>
              <a:cs typeface="Century Gothic"/>
            </a:endParaRPr>
          </a:p>
          <a:p>
            <a:pPr>
              <a:defRPr/>
            </a:pPr>
            <a:r>
              <a:rPr sz="2400" b="0" i="0" u="none">
                <a:solidFill>
                  <a:schemeClr val="tx1"/>
                </a:solidFill>
                <a:latin typeface="Century Gothic"/>
                <a:ea typeface="Century Gothic"/>
                <a:cs typeface="Century Gothic"/>
              </a:rPr>
              <a:t>O sistema deve  permitir consultar presenças anteriores.</a:t>
            </a:r>
            <a:endParaRPr sz="2400">
              <a:solidFill>
                <a:schemeClr val="tx1"/>
              </a:solidFill>
              <a:latin typeface="Century Gothic"/>
              <a:cs typeface="Century Gothic"/>
            </a:endParaRPr>
          </a:p>
          <a:p>
            <a:pPr>
              <a:defRPr/>
            </a:pPr>
            <a:r>
              <a:rPr sz="2400" b="0" i="0" u="none">
                <a:solidFill>
                  <a:schemeClr val="tx1"/>
                </a:solidFill>
                <a:latin typeface="Century Gothic"/>
                <a:ea typeface="Century Gothic"/>
                <a:cs typeface="Century Gothic"/>
              </a:rPr>
              <a:t>O Sistema  deve permitir inserir notas para cada aluno.</a:t>
            </a:r>
            <a:endParaRPr sz="2400">
              <a:solidFill>
                <a:schemeClr val="tx1"/>
              </a:solidFill>
              <a:latin typeface="Century Gothic"/>
              <a:cs typeface="Century Gothic"/>
            </a:endParaRPr>
          </a:p>
          <a:p>
            <a:pPr>
              <a:defRPr/>
            </a:pPr>
            <a:r>
              <a:rPr sz="2400" b="0" i="0" u="none">
                <a:solidFill>
                  <a:schemeClr val="tx1"/>
                </a:solidFill>
                <a:latin typeface="Century Gothic"/>
                <a:ea typeface="Century Gothic"/>
                <a:cs typeface="Century Gothic"/>
              </a:rPr>
              <a:t>O Sistema  deve  guardar as notas registadas.</a:t>
            </a:r>
            <a:endParaRPr sz="2400">
              <a:solidFill>
                <a:schemeClr val="tx1"/>
              </a:solidFill>
              <a:latin typeface="Century Gothic"/>
              <a:cs typeface="Century Gothic"/>
            </a:endParaRPr>
          </a:p>
          <a:p>
            <a:pPr>
              <a:defRPr/>
            </a:pPr>
            <a:r>
              <a:rPr sz="2400" b="0" i="0" u="none">
                <a:solidFill>
                  <a:schemeClr val="tx1"/>
                </a:solidFill>
                <a:latin typeface="Century Gothic"/>
                <a:ea typeface="Century Gothic"/>
                <a:cs typeface="Century Gothic"/>
              </a:rPr>
              <a:t>O sistema deve  permitir consultar as notas dos alunos.</a:t>
            </a:r>
            <a:endParaRPr sz="2400">
              <a:solidFill>
                <a:schemeClr val="tx1"/>
              </a:solidFill>
              <a:latin typeface="Century Gothic"/>
              <a:cs typeface="Century Gothic"/>
            </a:endParaRPr>
          </a:p>
          <a:p>
            <a:pPr>
              <a:defRPr/>
            </a:pPr>
            <a:r>
              <a:rPr sz="2400" b="0" i="0" u="none">
                <a:solidFill>
                  <a:schemeClr val="tx1"/>
                </a:solidFill>
                <a:latin typeface="Century Gothic"/>
                <a:ea typeface="Century Gothic"/>
                <a:cs typeface="Century Gothic"/>
              </a:rPr>
              <a:t>O sistema não  deve permitir notas fora do intervalo permitido.</a:t>
            </a:r>
            <a:endParaRPr sz="2400">
              <a:solidFill>
                <a:schemeClr val="tx1"/>
              </a:solidFill>
              <a:latin typeface="Century Gothic"/>
              <a:cs typeface="Century Gothic"/>
            </a:endParaRPr>
          </a:p>
          <a:p>
            <a:pPr>
              <a:defRPr/>
            </a:pPr>
            <a:endParaRPr sz="2400">
              <a:solidFill>
                <a:schemeClr val="tx1"/>
              </a:solidFill>
              <a:latin typeface="Century Gothic"/>
              <a:cs typeface="Century Gothic"/>
            </a:endParaRPr>
          </a:p>
        </p:txBody>
      </p:sp>
      <p:sp>
        <p:nvSpPr>
          <p:cNvPr id="697919346" name=""/>
          <p:cNvSpPr txBox="1"/>
          <p:nvPr/>
        </p:nvSpPr>
        <p:spPr bwMode="auto">
          <a:xfrm rot="0" flipH="0" flipV="0">
            <a:off x="278604" y="281079"/>
            <a:ext cx="252237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b="0" i="0" u="none" strike="noStrike" cap="none" spc="0">
                <a:solidFill>
                  <a:schemeClr val="tx1"/>
                </a:solidFill>
                <a:highlight>
                  <a:srgbClr val="FF0000"/>
                </a:highlight>
                <a:latin typeface="Century Gothic"/>
                <a:ea typeface="Century Gothic"/>
                <a:cs typeface="Century Gothic"/>
              </a:rPr>
              <a:t>Cont...</a:t>
            </a:r>
            <a:endParaRPr sz="2400">
              <a:highlight>
                <a:srgbClr val="FF000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4492509" name="CaixaDeTexto 1"/>
          <p:cNvSpPr txBox="1"/>
          <p:nvPr/>
        </p:nvSpPr>
        <p:spPr bwMode="auto">
          <a:xfrm flipH="0" flipV="0">
            <a:off x="740063" y="444499"/>
            <a:ext cx="3056865" cy="823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PT" sz="2400" b="1"/>
              <a:t>User</a:t>
            </a:r>
            <a:r>
              <a:rPr lang="pt-PT" sz="2400" b="1"/>
              <a:t> </a:t>
            </a:r>
            <a:r>
              <a:rPr lang="pt-PT" sz="2400" b="1"/>
              <a:t>stories</a:t>
            </a:r>
            <a:endParaRPr sz="2400"/>
          </a:p>
          <a:p>
            <a:pPr>
              <a:defRPr/>
            </a:pPr>
            <a:endParaRPr lang="pt-PT" sz="2400"/>
          </a:p>
        </p:txBody>
      </p:sp>
      <p:sp>
        <p:nvSpPr>
          <p:cNvPr id="1267824303" name="CaixaDeTexto 3"/>
          <p:cNvSpPr txBox="1"/>
          <p:nvPr/>
        </p:nvSpPr>
        <p:spPr bwMode="auto">
          <a:xfrm>
            <a:off x="927099" y="1275496"/>
            <a:ext cx="10527355" cy="146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PT" sz="2400" b="1"/>
              <a:t>4. 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Century Gothic"/>
                <a:ea typeface="Arial"/>
                <a:cs typeface="Arial"/>
              </a:rPr>
              <a:t>E</a:t>
            </a:r>
            <a:r>
              <a:rPr lang="pt-PT" sz="24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xplicador</a:t>
            </a:r>
            <a:br>
              <a:rPr lang="pt-PT" sz="2400"/>
            </a:br>
            <a:r>
              <a:rPr lang="pt-PT" sz="2400"/>
              <a:t>Como professor, quero registar as notas ou avaliações dos alunos, para acompanhar o seu desempenho académico.</a:t>
            </a:r>
            <a:endParaRPr/>
          </a:p>
          <a:p>
            <a:pPr>
              <a:defRPr/>
            </a:pPr>
            <a:endParaRPr lang="pt-PT"/>
          </a:p>
        </p:txBody>
      </p:sp>
      <p:sp>
        <p:nvSpPr>
          <p:cNvPr id="748655767" name="CaixaDeTexto 4"/>
          <p:cNvSpPr txBox="1"/>
          <p:nvPr/>
        </p:nvSpPr>
        <p:spPr bwMode="auto">
          <a:xfrm>
            <a:off x="927100" y="2845158"/>
            <a:ext cx="11049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PT" sz="2400" b="1"/>
              <a:t>5. Administrador</a:t>
            </a:r>
            <a:br>
              <a:rPr lang="pt-PT" sz="2400"/>
            </a:br>
            <a:r>
              <a:rPr lang="pt-PT" sz="2400"/>
              <a:t>Como administrador, quero consultar o desempenho dos alunos, para acompanhar o progresso académico no centro de explicação.</a:t>
            </a:r>
            <a:endParaRPr sz="2400"/>
          </a:p>
          <a:p>
            <a:pPr>
              <a:defRPr/>
            </a:pPr>
            <a:endParaRPr lang="pt-PT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6063610" name=""/>
          <p:cNvSpPr txBox="1"/>
          <p:nvPr/>
        </p:nvSpPr>
        <p:spPr bwMode="auto">
          <a:xfrm rot="0" flipH="0" flipV="0">
            <a:off x="316213" y="342531"/>
            <a:ext cx="3573973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pt-PT" sz="2400"/>
              <a:t>Ambiente  - 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Century Gothic"/>
                <a:ea typeface="Century Gothic"/>
                <a:cs typeface="Century Gothic"/>
              </a:rPr>
              <a:t>Trello</a:t>
            </a:r>
            <a:endParaRPr sz="2400"/>
          </a:p>
        </p:txBody>
      </p:sp>
      <p:pic>
        <p:nvPicPr>
          <p:cNvPr id="117517057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14312" y="924078"/>
            <a:ext cx="11763374" cy="5286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9333143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14312" y="785811"/>
            <a:ext cx="11763374" cy="5286375"/>
          </a:xfrm>
          <a:prstGeom prst="rect">
            <a:avLst/>
          </a:prstGeom>
        </p:spPr>
      </p:pic>
      <p:sp>
        <p:nvSpPr>
          <p:cNvPr id="1427712337" name=""/>
          <p:cNvSpPr txBox="1"/>
          <p:nvPr/>
        </p:nvSpPr>
        <p:spPr bwMode="auto">
          <a:xfrm rot="0" flipH="0" flipV="0">
            <a:off x="278604" y="281079"/>
            <a:ext cx="2521653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b="0" i="0" u="none" strike="noStrike" cap="none" spc="0">
                <a:solidFill>
                  <a:schemeClr val="tx1"/>
                </a:solidFill>
                <a:highlight>
                  <a:srgbClr val="FF0000"/>
                </a:highlight>
                <a:latin typeface="Century Gothic"/>
                <a:ea typeface="Century Gothic"/>
                <a:cs typeface="Century Gothic"/>
              </a:rPr>
              <a:t>Cont...</a:t>
            </a:r>
            <a:endParaRPr sz="2400">
              <a:highlight>
                <a:srgbClr val="FF000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7296011" name=""/>
          <p:cNvSpPr txBox="1"/>
          <p:nvPr/>
        </p:nvSpPr>
        <p:spPr bwMode="auto">
          <a:xfrm rot="0" flipH="0" flipV="0">
            <a:off x="803217" y="511522"/>
            <a:ext cx="597411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pt-PT" sz="2400"/>
              <a:t>Ambiente  - GitHub</a:t>
            </a:r>
            <a:endParaRPr sz="2400"/>
          </a:p>
        </p:txBody>
      </p:sp>
      <p:pic>
        <p:nvPicPr>
          <p:cNvPr id="177384067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14312" y="1400328"/>
            <a:ext cx="11763374" cy="5286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Setor">
  <a:themeElements>
    <a:clrScheme name="Setor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tor">
      <a:majorFont>
        <a:latin typeface="Century Gothic"/>
        <a:ea typeface="Arial"/>
        <a:cs typeface="Arial"/>
      </a:majorFont>
      <a:minorFont>
        <a:latin typeface="Century Gothic"/>
        <a:ea typeface="Arial"/>
        <a:cs typeface="Arial"/>
      </a:minorFont>
    </a:fontScheme>
    <a:fmtScheme name="Setor">
      <a:fillStyleLst>
        <a:solidFill>
          <a:schemeClr val="phClr"/>
        </a:solidFill>
        <a:gradFill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hueMod val="94000"/>
              <a:alpha val="60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Setor">
  <a:themeElements>
    <a:clrScheme name="Setor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">
      <a:majorFont>
        <a:latin typeface="Century Gothic"/>
        <a:ea typeface="Arial"/>
        <a:cs typeface="Arial"/>
      </a:majorFont>
      <a:minorFont>
        <a:latin typeface="Century Gothic"/>
        <a:ea typeface="Arial"/>
        <a:cs typeface="Arial"/>
      </a:minorFont>
    </a:fontScheme>
    <a:fmtScheme name="Setor">
      <a:fillStyleLst>
        <a:solidFill>
          <a:schemeClr val="phClr"/>
        </a:solidFill>
        <a:gradFill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hueMod val="94000"/>
              <a:alpha val="60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0</TotalTime>
  <Words>0</Words>
  <Application>ONLYOFFICE/9.3.1.8</Application>
  <PresentationFormat>On-screen Show (4:3)</PresentationFormat>
  <Paragraphs>0</Paragraphs>
  <Slides>17</Slides>
  <Notes>17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Uaquene Homo</dc:creator>
  <cp:lastModifiedBy/>
  <cp:revision>3</cp:revision>
  <dcterms:created xsi:type="dcterms:W3CDTF">2026-03-07T11:02:54Z</dcterms:created>
  <dcterms:modified xsi:type="dcterms:W3CDTF">2026-03-08T15:28:24Z</dcterms:modified>
</cp:coreProperties>
</file>